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37f10933684f14" /><Relationship Type="http://schemas.openxmlformats.org/officeDocument/2006/relationships/extended-properties" Target="/docProps/app.xml" Id="R252104b60bc441ba" /><Relationship Type="http://schemas.openxmlformats.org/officeDocument/2006/relationships/officeDocument" Target="/ppt/presentation.xml" Id="R0960d2fa905a4f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c83a67df8f4896"/>
    <p:sldMasterId xmlns:r="http://schemas.openxmlformats.org/officeDocument/2006/relationships" id="2147483660" r:id="R60a371b9f1ea4f5f"/>
  </p:sldMasterIdLst>
  <p:notesMasterIdLst>
    <p:notesMasterId xmlns:r="http://schemas.openxmlformats.org/officeDocument/2006/relationships" r:id="R6295a6dd5d8e4c17"/>
  </p:notesMasterIdLst>
  <p:sldIdLst>
    <p:sldId xmlns:r="http://schemas.openxmlformats.org/officeDocument/2006/relationships" id="256" r:id="R12921c615db3499f"/>
    <p:sldId xmlns:r="http://schemas.openxmlformats.org/officeDocument/2006/relationships" id="257" r:id="R00a20edf03ff4b9a"/>
    <p:sldId xmlns:r="http://schemas.openxmlformats.org/officeDocument/2006/relationships" id="258" r:id="R88742b5aec8e4ecc"/>
    <p:sldId xmlns:r="http://schemas.openxmlformats.org/officeDocument/2006/relationships" id="259" r:id="R06279bb2152f405c"/>
    <p:sldId xmlns:r="http://schemas.openxmlformats.org/officeDocument/2006/relationships" id="260" r:id="Rbe24b13606c64089"/>
    <p:sldId xmlns:r="http://schemas.openxmlformats.org/officeDocument/2006/relationships" id="261" r:id="R859d86390d0e4273"/>
    <p:sldId xmlns:r="http://schemas.openxmlformats.org/officeDocument/2006/relationships" id="262" r:id="R8fe6684ed6294a7b"/>
    <p:sldId xmlns:r="http://schemas.openxmlformats.org/officeDocument/2006/relationships" id="263" r:id="R1755fc0604fb48d9"/>
    <p:sldId xmlns:r="http://schemas.openxmlformats.org/officeDocument/2006/relationships" id="264" r:id="Rc97207f960ad4b63"/>
    <p:sldId xmlns:r="http://schemas.openxmlformats.org/officeDocument/2006/relationships" id="265" r:id="Rdab0e6a3ffbc4271"/>
    <p:sldId xmlns:r="http://schemas.openxmlformats.org/officeDocument/2006/relationships" id="266" r:id="R0a45bb11b18649c1"/>
    <p:sldId xmlns:r="http://schemas.openxmlformats.org/officeDocument/2006/relationships" id="267" r:id="Re7acae3306374750"/>
    <p:sldId xmlns:r="http://schemas.openxmlformats.org/officeDocument/2006/relationships" id="268" r:id="R9a7553f8578348d1"/>
    <p:sldId xmlns:r="http://schemas.openxmlformats.org/officeDocument/2006/relationships" id="269" r:id="R9bcd158bef054a63"/>
    <p:sldId xmlns:r="http://schemas.openxmlformats.org/officeDocument/2006/relationships" id="270" r:id="R6fbfe1db315c4313"/>
    <p:sldId xmlns:r="http://schemas.openxmlformats.org/officeDocument/2006/relationships" id="271" r:id="R0a77bedb168e46b3"/>
    <p:sldId xmlns:r="http://schemas.openxmlformats.org/officeDocument/2006/relationships" id="272" r:id="Rf397f6a1452f4757"/>
    <p:sldId xmlns:r="http://schemas.openxmlformats.org/officeDocument/2006/relationships" id="273" r:id="R97349194ab3a494f"/>
    <p:sldId xmlns:r="http://schemas.openxmlformats.org/officeDocument/2006/relationships" id="274" r:id="R27b16fac5a1a42c9"/>
  </p:sldIdLst>
  <p:sldSz cx="9144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3690f2ee234b01" /><Relationship Type="http://schemas.openxmlformats.org/officeDocument/2006/relationships/slideMaster" Target="/ppt/slideMasters/slideMaster1.xml" Id="R3ec83a67df8f4896" /><Relationship Type="http://schemas.openxmlformats.org/officeDocument/2006/relationships/slideMaster" Target="/ppt/slideMasters/slideMaster2.xml" Id="R60a371b9f1ea4f5f" /><Relationship Type="http://schemas.openxmlformats.org/officeDocument/2006/relationships/notesMaster" Target="/ppt/notesMasters/notesMaster1.xml" Id="R6295a6dd5d8e4c17" /><Relationship Type="http://schemas.openxmlformats.org/officeDocument/2006/relationships/presProps" Target="/ppt/presProps.xml" Id="R9527d06d79d944fc" /><Relationship Type="http://schemas.openxmlformats.org/officeDocument/2006/relationships/viewProps" Target="/ppt/viewProps.xml" Id="R6305529116f543d1" /><Relationship Type="http://schemas.openxmlformats.org/officeDocument/2006/relationships/tableStyles" Target="/ppt/tableStyles.xml" Id="R351b65d064824b49" /><Relationship Type="http://schemas.openxmlformats.org/officeDocument/2006/relationships/slide" Target="/ppt/slides/slide1.xml" Id="R12921c615db3499f" /><Relationship Type="http://schemas.openxmlformats.org/officeDocument/2006/relationships/slide" Target="/ppt/slides/slide2.xml" Id="R00a20edf03ff4b9a" /><Relationship Type="http://schemas.openxmlformats.org/officeDocument/2006/relationships/slide" Target="/ppt/slides/slide3.xml" Id="R88742b5aec8e4ecc" /><Relationship Type="http://schemas.openxmlformats.org/officeDocument/2006/relationships/slide" Target="/ppt/slides/slide4.xml" Id="R06279bb2152f405c" /><Relationship Type="http://schemas.openxmlformats.org/officeDocument/2006/relationships/slide" Target="/ppt/slides/slide5.xml" Id="Rbe24b13606c64089" /><Relationship Type="http://schemas.openxmlformats.org/officeDocument/2006/relationships/slide" Target="/ppt/slides/slide6.xml" Id="R859d86390d0e4273" /><Relationship Type="http://schemas.openxmlformats.org/officeDocument/2006/relationships/slide" Target="/ppt/slides/slide7.xml" Id="R8fe6684ed6294a7b" /><Relationship Type="http://schemas.openxmlformats.org/officeDocument/2006/relationships/slide" Target="/ppt/slides/slide8.xml" Id="R1755fc0604fb48d9" /><Relationship Type="http://schemas.openxmlformats.org/officeDocument/2006/relationships/slide" Target="/ppt/slides/slide9.xml" Id="Rc97207f960ad4b63" /><Relationship Type="http://schemas.openxmlformats.org/officeDocument/2006/relationships/slide" Target="/ppt/slides/slide10.xml" Id="Rdab0e6a3ffbc4271" /><Relationship Type="http://schemas.openxmlformats.org/officeDocument/2006/relationships/slide" Target="/ppt/slides/slide11.xml" Id="R0a45bb11b18649c1" /><Relationship Type="http://schemas.openxmlformats.org/officeDocument/2006/relationships/slide" Target="/ppt/slides/slide12.xml" Id="Re7acae3306374750" /><Relationship Type="http://schemas.openxmlformats.org/officeDocument/2006/relationships/slide" Target="/ppt/slides/slide13.xml" Id="R9a7553f8578348d1" /><Relationship Type="http://schemas.openxmlformats.org/officeDocument/2006/relationships/slide" Target="/ppt/slides/slide14.xml" Id="R9bcd158bef054a63" /><Relationship Type="http://schemas.openxmlformats.org/officeDocument/2006/relationships/slide" Target="/ppt/slides/slide15.xml" Id="R6fbfe1db315c4313" /><Relationship Type="http://schemas.openxmlformats.org/officeDocument/2006/relationships/slide" Target="/ppt/slides/slide16.xml" Id="R0a77bedb168e46b3" /><Relationship Type="http://schemas.openxmlformats.org/officeDocument/2006/relationships/slide" Target="/ppt/slides/slide17.xml" Id="Rf397f6a1452f4757" /><Relationship Type="http://schemas.openxmlformats.org/officeDocument/2006/relationships/slide" Target="/ppt/slides/slide18.xml" Id="R97349194ab3a494f" /><Relationship Type="http://schemas.openxmlformats.org/officeDocument/2006/relationships/slide" Target="/ppt/slides/slide19.xml" Id="R27b16fac5a1a42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8b2ef22a58e444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a7df20dd40416e" /><Relationship Type="http://schemas.openxmlformats.org/officeDocument/2006/relationships/notesMaster" Target="/ppt/notesMasters/notesMaster1.xml" Id="R89b11c70ef1746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a905b6a7854d18" /><Relationship Type="http://schemas.openxmlformats.org/officeDocument/2006/relationships/notesMaster" Target="/ppt/notesMasters/notesMaster1.xml" Id="R7cda60c021134a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164cb5df4c4536" /><Relationship Type="http://schemas.openxmlformats.org/officeDocument/2006/relationships/notesMaster" Target="/ppt/notesMasters/notesMaster1.xml" Id="Ra8f792d033e040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85c9dad8c14e67" /><Relationship Type="http://schemas.openxmlformats.org/officeDocument/2006/relationships/notesMaster" Target="/ppt/notesMasters/notesMaster1.xml" Id="Rc8920afbb46e4c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247f8a68a34b1d" /><Relationship Type="http://schemas.openxmlformats.org/officeDocument/2006/relationships/notesMaster" Target="/ppt/notesMasters/notesMaster1.xml" Id="Rdb7cb3ae434e4b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5a0b5c92444bcc" /><Relationship Type="http://schemas.openxmlformats.org/officeDocument/2006/relationships/notesMaster" Target="/ppt/notesMasters/notesMaster1.xml" Id="R6ef32fc7c89f49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0f8c44bc9f4b36" /><Relationship Type="http://schemas.openxmlformats.org/officeDocument/2006/relationships/notesMaster" Target="/ppt/notesMasters/notesMaster1.xml" Id="Rae791a08b8274f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fd4a14d1304ac2" /><Relationship Type="http://schemas.openxmlformats.org/officeDocument/2006/relationships/notesMaster" Target="/ppt/notesMasters/notesMaster1.xml" Id="R8101a4d50ba547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98512a9ffd48f4" /><Relationship Type="http://schemas.openxmlformats.org/officeDocument/2006/relationships/notesMaster" Target="/ppt/notesMasters/notesMaster1.xml" Id="Red787bf22497426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5444cec4cd4245" /><Relationship Type="http://schemas.openxmlformats.org/officeDocument/2006/relationships/notesMaster" Target="/ppt/notesMasters/notesMaster1.xml" Id="R14754a0e08e843a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86d742810654288" /><Relationship Type="http://schemas.openxmlformats.org/officeDocument/2006/relationships/notesMaster" Target="/ppt/notesMasters/notesMaster1.xml" Id="Rae4a5e6c5e86458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b33d6d2f3e840d1" /><Relationship Type="http://schemas.openxmlformats.org/officeDocument/2006/relationships/notesMaster" Target="/ppt/notesMasters/notesMaster1.xml" Id="R199d0f96f94441c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e84430f7a1d4c82" /><Relationship Type="http://schemas.openxmlformats.org/officeDocument/2006/relationships/notesMaster" Target="/ppt/notesMasters/notesMaster1.xml" Id="Rd293fd84289b4d5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9c0a3672fae45ca" /><Relationship Type="http://schemas.openxmlformats.org/officeDocument/2006/relationships/notesMaster" Target="/ppt/notesMasters/notesMaster1.xml" Id="R3fc53dcb84914f4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79b36c9c0bb4aa1" /><Relationship Type="http://schemas.openxmlformats.org/officeDocument/2006/relationships/notesMaster" Target="/ppt/notesMasters/notesMaster1.xml" Id="R33dc267ed8dc472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6349fdadc2a42b4" /><Relationship Type="http://schemas.openxmlformats.org/officeDocument/2006/relationships/notesMaster" Target="/ppt/notesMasters/notesMaster1.xml" Id="Rd26097aec4e44ae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967ca33532d43e7" /><Relationship Type="http://schemas.openxmlformats.org/officeDocument/2006/relationships/notesMaster" Target="/ppt/notesMasters/notesMaster1.xml" Id="R02d93f8117f4466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f84546b9cee4b6c" /><Relationship Type="http://schemas.openxmlformats.org/officeDocument/2006/relationships/notesMaster" Target="/ppt/notesMasters/notesMaster1.xml" Id="Rc2ecdfe82d3f438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4c076d3c5924af8" /><Relationship Type="http://schemas.openxmlformats.org/officeDocument/2006/relationships/notesMaster" Target="/ppt/notesMasters/notesMaster1.xml" Id="R3b86b749e4e54f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469cfae4124a3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b07783bfe3460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6be043c47a4ff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f9fb566bfd45a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1f8bc8f496472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36f3946ac14e2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83985dc2f8446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47406b4c5b4ca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7574c20b724fc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20039a5961402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79a7fa81bf41a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c4fc5be773846d4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355fdfdedc84eae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e9d915fb3994052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5763fe2f64a44b0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97d1c53e18f4e1d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53bf747e8a34f7d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23fb454b7714953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56653eeb23e450a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a4a3a2d4c934e1f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690818eb3804b28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ab61ef6658d42cf" /></Relationships>
</file>

<file path=ppt/slideLayouts/slideLayout1.xml><?xml version="1.0" encoding="utf-8"?>
<p:sldLayout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481BDBF8-E26D-45FA-8504-17859BAC656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Под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EB8811FD-F929-4BF8-A489-13A7FD3EA66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Образец подзаголовка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CC7175E9-28B1-4D91-9F34-670208F1AC3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A7477CAA-39EC-4A3C-B30F-483B0C313518}" type="datetime1">
              <a:t>10.07.2026</a:t>
            </a:fld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7050C5B2-7CE6-4CEF-B6BE-9081042A287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A9540A05-9C70-4872-B37B-FEBAF01984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873C7CE9-2C36-4AB4-80D4-5D9BEF371F62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7C29F1E-A9EF-4DA4-86A0-55F793BD02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Содержимое 2">
            <a:extLst xmlns:a="http://schemas.openxmlformats.org/drawingml/2006/main">
              <a:ext uri="{FF2B5EF4-FFF2-40B4-BE49-F238E27FC236}">
                <a16:creationId xmlns:a16="http://schemas.microsoft.com/office/drawing/2014/main" id="{BC5718E9-7471-4C6A-8189-A245A81B03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текста</a:t>
            </a:r>
          </a:p>
          <a:p xmlns:a="http://schemas.openxmlformats.org/drawingml/2006/main">
            <a:pPr>
              <a:buNone/>
            </a:pPr>
            <a:r>
              <a:t>Второй уровень</a:t>
            </a:r>
          </a:p>
          <a:p xmlns:a="http://schemas.openxmlformats.org/drawingml/2006/main">
            <a:pPr>
              <a:buNone/>
            </a:pPr>
            <a:r>
              <a:t>Третий уровень</a:t>
            </a:r>
          </a:p>
          <a:p xmlns:a="http://schemas.openxmlformats.org/drawingml/2006/main">
            <a:pPr>
              <a:buNone/>
            </a:pPr>
            <a:r>
              <a:t>Четвертый уровень</a:t>
            </a:r>
          </a:p>
          <a:p xmlns:a="http://schemas.openxmlformats.org/drawingml/2006/main">
            <a:pPr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7F821054-E710-4015-80F7-7345360F1B3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F461DC81-4FBF-44DA-81CE-71161BF5EB69}" type="datetime1">
              <a:t>10.07.2026</a:t>
            </a:fld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6E7FFC6-DD28-4759-A87E-1B59A3B133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DB97BE83-16A7-42D0-89F5-08794C206D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A11DFABB-070A-4FA0-ABAA-304D2DD234B5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58B752B-A0B3-4A71-BA58-510DEC9CA6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75FD119E-A5C2-47B8-9FB3-D412572BD1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Образец текста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16518A26-7BA1-4BE3-9047-C199963D690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0BD74D36-956F-4FF2-814D-E29C9C72C39E}" type="datetime1">
              <a:t>10.07.2026</a:t>
            </a:fld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865ED431-05A1-41F1-8A89-173AD80A366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F61884B8-6115-4618-9273-5E6AEC5D44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A27A3921-22F9-43BB-B1D5-D9E8256F07EA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4CD5474-F48F-4F6B-8DB5-3B00ECA345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Содержимое 2">
            <a:extLst xmlns:a="http://schemas.openxmlformats.org/drawingml/2006/main">
              <a:ext uri="{FF2B5EF4-FFF2-40B4-BE49-F238E27FC236}">
                <a16:creationId xmlns:a16="http://schemas.microsoft.com/office/drawing/2014/main" id="{7E05B30B-ACD2-452B-8E2F-58BDB489AF2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Образец текста</a:t>
            </a:r>
          </a:p>
          <a:p xmlns:a="http://schemas.openxmlformats.org/drawingml/2006/main">
            <a:pPr>
              <a:buNone/>
            </a:pPr>
            <a:r>
              <a:t>Второй уровень</a:t>
            </a:r>
          </a:p>
          <a:p xmlns:a="http://schemas.openxmlformats.org/drawingml/2006/main">
            <a:pPr>
              <a:buNone/>
            </a:pPr>
            <a:r>
              <a:t>Третий уровень</a:t>
            </a:r>
          </a:p>
          <a:p xmlns:a="http://schemas.openxmlformats.org/drawingml/2006/main">
            <a:pPr>
              <a:buNone/>
            </a:pPr>
            <a:r>
              <a:t>Четвертый уровень</a:t>
            </a:r>
          </a:p>
          <a:p xmlns:a="http://schemas.openxmlformats.org/drawingml/2006/main">
            <a:pPr>
              <a:buNone/>
            </a:pPr>
            <a:r>
              <a:t>Пятый уровень</a:t>
            </a:r>
          </a:p>
        </p:txBody>
      </p:sp>
      <p:sp>
        <p:nvSpPr>
          <p:cNvPr id="4" name="Содержимое 3">
            <a:extLst xmlns:a="http://schemas.openxmlformats.org/drawingml/2006/main">
              <a:ext uri="{FF2B5EF4-FFF2-40B4-BE49-F238E27FC236}">
                <a16:creationId xmlns:a16="http://schemas.microsoft.com/office/drawing/2014/main" id="{7B9A1162-1D5C-4B81-BA08-422B8327AE4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Образец текста</a:t>
            </a:r>
          </a:p>
          <a:p xmlns:a="http://schemas.openxmlformats.org/drawingml/2006/main">
            <a:pPr>
              <a:buNone/>
            </a:pPr>
            <a:r>
              <a:t>Второй уровень</a:t>
            </a:r>
          </a:p>
          <a:p xmlns:a="http://schemas.openxmlformats.org/drawingml/2006/main">
            <a:pPr>
              <a:buNone/>
            </a:pPr>
            <a:r>
              <a:t>Третий уровень</a:t>
            </a:r>
          </a:p>
          <a:p xmlns:a="http://schemas.openxmlformats.org/drawingml/2006/main">
            <a:pPr>
              <a:buNone/>
            </a:pPr>
            <a:r>
              <a:t>Четвертый уровень</a:t>
            </a:r>
          </a:p>
          <a:p xmlns:a="http://schemas.openxmlformats.org/drawingml/2006/main">
            <a:pPr>
              <a:buNone/>
            </a:pPr>
            <a:r>
              <a:t>Пятый уровень</a:t>
            </a:r>
          </a:p>
        </p:txBody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489F1502-9183-4A7F-940B-1FCDC878F7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A58A097C-28B0-4DD3-8E7D-44817E9F253E}" type="datetime1">
              <a:t>10.07.2026</a:t>
            </a:fld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3E189402-C8FE-4CBC-B3DD-D541CF4D96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6F672B88-A316-4460-BD50-EA0373382E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9780E0D0-A7E8-454F-BA9A-22476B227A89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4349AD22-5E84-49CE-864E-67FDDD2A9A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01F2A765-6E81-4B3C-B327-0EBF370D25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Образец текста</a:t>
            </a:r>
          </a:p>
        </p:txBody>
      </p:sp>
      <p:sp>
        <p:nvSpPr>
          <p:cNvPr id="4" name="Содержимое 3">
            <a:extLst xmlns:a="http://schemas.openxmlformats.org/drawingml/2006/main">
              <a:ext uri="{FF2B5EF4-FFF2-40B4-BE49-F238E27FC236}">
                <a16:creationId xmlns:a16="http://schemas.microsoft.com/office/drawing/2014/main" id="{CF368F53-C4F0-430A-B050-8B872C3ECFE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Образец текста</a:t>
            </a:r>
          </a:p>
          <a:p xmlns:a="http://schemas.openxmlformats.org/drawingml/2006/main">
            <a:pPr>
              <a:buNone/>
            </a:pPr>
            <a:r>
              <a:t>Второй уровень</a:t>
            </a:r>
          </a:p>
          <a:p xmlns:a="http://schemas.openxmlformats.org/drawingml/2006/main">
            <a:pPr>
              <a:buNone/>
            </a:pPr>
            <a:r>
              <a:t>Третий уровень</a:t>
            </a:r>
          </a:p>
          <a:p xmlns:a="http://schemas.openxmlformats.org/drawingml/2006/main">
            <a:pPr>
              <a:buNone/>
            </a:pPr>
            <a:r>
              <a:t>Четвертый уровень</a:t>
            </a:r>
          </a:p>
          <a:p xmlns:a="http://schemas.openxmlformats.org/drawingml/2006/main">
            <a:pPr>
              <a:buNone/>
            </a:pPr>
            <a:r>
              <a:t>Пятый уровень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CDD001C9-2B81-4FCD-AF37-0C225FFDC8F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Образец текста</a:t>
            </a:r>
          </a:p>
        </p:txBody>
      </p:sp>
      <p:sp>
        <p:nvSpPr>
          <p:cNvPr id="6" name="Содержимое 5">
            <a:extLst xmlns:a="http://schemas.openxmlformats.org/drawingml/2006/main">
              <a:ext uri="{FF2B5EF4-FFF2-40B4-BE49-F238E27FC236}">
                <a16:creationId xmlns:a16="http://schemas.microsoft.com/office/drawing/2014/main" id="{D2841BF4-3722-4672-A023-29608B672FD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Образец текста</a:t>
            </a:r>
          </a:p>
          <a:p xmlns:a="http://schemas.openxmlformats.org/drawingml/2006/main">
            <a:pPr>
              <a:buNone/>
            </a:pPr>
            <a:r>
              <a:t>Второй уровень</a:t>
            </a:r>
          </a:p>
          <a:p xmlns:a="http://schemas.openxmlformats.org/drawingml/2006/main">
            <a:pPr>
              <a:buNone/>
            </a:pPr>
            <a:r>
              <a:t>Третий уровень</a:t>
            </a:r>
          </a:p>
          <a:p xmlns:a="http://schemas.openxmlformats.org/drawingml/2006/main">
            <a:pPr>
              <a:buNone/>
            </a:pPr>
            <a:r>
              <a:t>Четвертый уровень</a:t>
            </a:r>
          </a:p>
          <a:p xmlns:a="http://schemas.openxmlformats.org/drawingml/2006/main">
            <a:pPr>
              <a:buNone/>
            </a:pPr>
            <a:r>
              <a:t>Пятый уровень</a:t>
            </a:r>
          </a:p>
        </p:txBody>
      </p:sp>
      <p:sp>
        <p:nvSpPr>
          <p:cNvPr id="7" name="Дата 3">
            <a:extLst xmlns:a="http://schemas.openxmlformats.org/drawingml/2006/main">
              <a:ext uri="{FF2B5EF4-FFF2-40B4-BE49-F238E27FC236}">
                <a16:creationId xmlns:a16="http://schemas.microsoft.com/office/drawing/2014/main" id="{331454B1-95F8-47D4-85BD-9551F213F2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E7C7EB1C-1500-43B4-937A-B81AB320D89A}" type="datetime1">
              <a:t>10.07.2026</a:t>
            </a:fld>
          </a:p>
        </p:txBody>
      </p:sp>
      <p:sp>
        <p:nvSpPr>
          <p:cNvPr id="8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2D0C24B3-3BBA-420D-AC4E-FF8F8AF40AF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9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52CEEC0-0931-4C4A-A560-732D1C4681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B5D3CA77-2B79-4D28-A359-7906A03D828A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6B8AB33-6F28-4C2B-9C53-B2D1962D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Дата 3">
            <a:extLst xmlns:a="http://schemas.openxmlformats.org/drawingml/2006/main">
              <a:ext uri="{FF2B5EF4-FFF2-40B4-BE49-F238E27FC236}">
                <a16:creationId xmlns:a16="http://schemas.microsoft.com/office/drawing/2014/main" id="{1059528D-FA89-4476-BB12-B92EC81A46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E089461A-FB79-4DD0-ABA4-06D82E1288FC}" type="datetime1">
              <a:t>10.07.2026</a:t>
            </a:fld>
          </a:p>
        </p:txBody>
      </p:sp>
      <p:sp>
        <p:nvSpPr>
          <p:cNvPr id="4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B0627605-0738-465E-AE7C-339833FF8D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5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538FB4E1-F265-4608-AE19-D5C1E04739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FE0CFF0D-5C0D-47A5-AA7D-0C17C09FCD3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Дата 3">
            <a:extLst xmlns:a="http://schemas.openxmlformats.org/drawingml/2006/main">
              <a:ext uri="{FF2B5EF4-FFF2-40B4-BE49-F238E27FC236}">
                <a16:creationId xmlns:a16="http://schemas.microsoft.com/office/drawing/2014/main" id="{A336BC5A-2C13-4227-BC9C-9ED7CE0C35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E3903FEC-6E62-4C5A-ACE5-0378AB797301}" type="datetime1">
              <a:t>10.07.2026</a:t>
            </a:fld>
          </a:p>
        </p:txBody>
      </p:sp>
      <p:sp>
        <p:nvSpPr>
          <p:cNvPr id="3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5CDB8357-AA8C-4B5A-9368-3778B7180A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4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3AACFE28-AA0E-458D-A511-40D7568ADA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0B1B57B-5B43-4922-9002-E42FC20CE5A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815C154B-CAEA-4B41-B366-20AAFA03F1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Содержимое 2">
            <a:extLst xmlns:a="http://schemas.openxmlformats.org/drawingml/2006/main">
              <a:ext uri="{FF2B5EF4-FFF2-40B4-BE49-F238E27FC236}">
                <a16:creationId xmlns:a16="http://schemas.microsoft.com/office/drawing/2014/main" id="{C9281EFF-963C-4648-8B0F-7B44F20106B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Образец текста</a:t>
            </a:r>
          </a:p>
          <a:p xmlns:a="http://schemas.openxmlformats.org/drawingml/2006/main">
            <a:pPr>
              <a:buNone/>
            </a:pPr>
            <a:r>
              <a:t>Второй уровень</a:t>
            </a:r>
          </a:p>
          <a:p xmlns:a="http://schemas.openxmlformats.org/drawingml/2006/main">
            <a:pPr>
              <a:buNone/>
            </a:pPr>
            <a:r>
              <a:t>Третий уровень</a:t>
            </a:r>
          </a:p>
          <a:p xmlns:a="http://schemas.openxmlformats.org/drawingml/2006/main">
            <a:pPr>
              <a:buNone/>
            </a:pPr>
            <a:r>
              <a:t>Четвертый уровень</a:t>
            </a:r>
          </a:p>
          <a:p xmlns:a="http://schemas.openxmlformats.org/drawingml/2006/main">
            <a:pPr>
              <a:buNone/>
            </a:pPr>
            <a:r>
              <a:t>Пятый уровень</a:t>
            </a: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1F359E60-BABF-4973-9DCC-48A1491E6BE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Образец текста</a:t>
            </a:r>
          </a:p>
        </p:txBody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BA6CCA76-461A-424E-B6FD-55020EEE39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9251B0CA-8942-4980-BD77-7CC6A667AB00}" type="datetime1">
              <a:t>10.07.2026</a:t>
            </a:fld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DC2354A7-85B6-432D-A3D6-52998BB74E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2D0956E7-C1DC-4B98-92C1-6B8EAE3D55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83F2A46D-B3E9-41EA-A240-3EE17F0AC0CA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082EFF7A-4589-47E2-9E3D-D431716307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Рисунок 2">
            <a:extLst xmlns:a="http://schemas.openxmlformats.org/drawingml/2006/main">
              <a:ext uri="{FF2B5EF4-FFF2-40B4-BE49-F238E27FC236}">
                <a16:creationId xmlns:a16="http://schemas.microsoft.com/office/drawing/2014/main" id="{EB3028FB-D0B1-4CE5-B0CD-0124958C7EC3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C23A5B82-BA1F-4287-B11F-8BFDCB39301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Образец текста</a:t>
            </a:r>
          </a:p>
        </p:txBody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D0634E16-14F0-4340-A0F8-9E6198AF52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6C8F958A-2D6D-4875-986D-AF5FBA19ABD1}" type="datetime1">
              <a:t>10.07.2026</a:t>
            </a:fld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F9B05917-0ED5-47EC-8E07-8A082BC9D21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C7B11642-3CCC-4350-AB83-246D1F0DA3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A00C1DD5-ACC8-4889-BD5C-089010C86BD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8389A13F-3F09-4685-957F-5C19122BBF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Вертикальный текст 2">
            <a:extLst xmlns:a="http://schemas.openxmlformats.org/drawingml/2006/main">
              <a:ext uri="{FF2B5EF4-FFF2-40B4-BE49-F238E27FC236}">
                <a16:creationId xmlns:a16="http://schemas.microsoft.com/office/drawing/2014/main" id="{599C42D3-7271-4941-AE2D-25096C0879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текста</a:t>
            </a:r>
          </a:p>
          <a:p xmlns:a="http://schemas.openxmlformats.org/drawingml/2006/main">
            <a:pPr>
              <a:buNone/>
            </a:pPr>
            <a:r>
              <a:t>Второй уровень</a:t>
            </a:r>
          </a:p>
          <a:p xmlns:a="http://schemas.openxmlformats.org/drawingml/2006/main">
            <a:pPr>
              <a:buNone/>
            </a:pPr>
            <a:r>
              <a:t>Третий уровень</a:t>
            </a:r>
          </a:p>
          <a:p xmlns:a="http://schemas.openxmlformats.org/drawingml/2006/main">
            <a:pPr>
              <a:buNone/>
            </a:pPr>
            <a:r>
              <a:t>Четвертый уровень</a:t>
            </a:r>
          </a:p>
          <a:p xmlns:a="http://schemas.openxmlformats.org/drawingml/2006/main">
            <a:pPr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4C765E2E-DF57-459E-8DAA-15E6FC190D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3C3E9EB4-B04E-422B-9B3D-EF7D97544E0B}" type="datetime1">
              <a:t>10.07.2026</a:t>
            </a:fld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22720C33-CA78-4DD6-8254-94B56A01B60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214A93EF-5F8B-492E-BEEF-DCC5A05CD2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B047F75-ED67-43E6-AFA6-C14148BB324C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Вертикальный 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4ED3AB8E-F2F3-43BF-BA25-5AF6610695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Вертикальный текст 2">
            <a:extLst xmlns:a="http://schemas.openxmlformats.org/drawingml/2006/main">
              <a:ext uri="{FF2B5EF4-FFF2-40B4-BE49-F238E27FC236}">
                <a16:creationId xmlns:a16="http://schemas.microsoft.com/office/drawing/2014/main" id="{22BE0CA2-C4CB-4F7D-8A59-F7B00FEA65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текста</a:t>
            </a:r>
          </a:p>
          <a:p xmlns:a="http://schemas.openxmlformats.org/drawingml/2006/main">
            <a:pPr>
              <a:buNone/>
            </a:pPr>
            <a:r>
              <a:t>Второй уровень</a:t>
            </a:r>
          </a:p>
          <a:p xmlns:a="http://schemas.openxmlformats.org/drawingml/2006/main">
            <a:pPr>
              <a:buNone/>
            </a:pPr>
            <a:r>
              <a:t>Третий уровень</a:t>
            </a:r>
          </a:p>
          <a:p xmlns:a="http://schemas.openxmlformats.org/drawingml/2006/main">
            <a:pPr>
              <a:buNone/>
            </a:pPr>
            <a:r>
              <a:t>Четвертый уровень</a:t>
            </a:r>
          </a:p>
          <a:p xmlns:a="http://schemas.openxmlformats.org/drawingml/2006/main">
            <a:pPr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736EDA0F-9F6B-42A1-9CB4-05207F70F24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BA9DA5F9-126B-4EA9-A15C-CF297A780BE6}" type="datetime1">
              <a:t>10.07.2026</a:t>
            </a:fld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C9BC3D26-F476-4EC7-9A48-24F9F38FFF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893E6E6-9DFC-4F2D-9114-10A92083441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63A14A1-7B2A-4AD6-8E7A-48AF56E6C7BE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121DE1E6-1C51-4396-B282-C29101BA0FF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Под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49E1F9E9-5299-4645-B036-AE2B4A21A67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Образец подзаголовка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BB38305E-50E3-48BD-A3D3-9410CA525C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E7B210D8-868B-45DC-B38C-6081352DD587}" type="datetime1">
              <a:t>10.07.2026</a:t>
            </a:fld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0DAA0A40-3012-4613-9989-935D491A82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F8595F4B-B684-488E-9644-6045998AF2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A6551880-92B5-4C4B-AFA4-EC2D7BE30B40}" type="slidenum">
              <a:t>‹#›</a:t>
            </a:fld>
          </a:p>
        </p:txBody>
      </p:sp>
    </p:spTree>
  </p:cSld>
</p:sldLayout>
</file>

<file path=ppt/slideLayouts/slideLayout13.xml><?xml version="1.0" encoding="utf-8"?>
<p:sldLayout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C3DCCCFA-5C0E-4C90-8F6E-655635098D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Содержимое 2">
            <a:extLst xmlns:a="http://schemas.openxmlformats.org/drawingml/2006/main">
              <a:ext uri="{FF2B5EF4-FFF2-40B4-BE49-F238E27FC236}">
                <a16:creationId xmlns:a16="http://schemas.microsoft.com/office/drawing/2014/main" id="{267D724C-B361-42F1-931E-97F3994AF1B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текста</a:t>
            </a:r>
          </a:p>
          <a:p xmlns:a="http://schemas.openxmlformats.org/drawingml/2006/main">
            <a:pPr>
              <a:buNone/>
            </a:pPr>
            <a:r>
              <a:t>Второй уровень</a:t>
            </a:r>
          </a:p>
          <a:p xmlns:a="http://schemas.openxmlformats.org/drawingml/2006/main">
            <a:pPr>
              <a:buNone/>
            </a:pPr>
            <a:r>
              <a:t>Третий уровень</a:t>
            </a:r>
          </a:p>
          <a:p xmlns:a="http://schemas.openxmlformats.org/drawingml/2006/main">
            <a:pPr>
              <a:buNone/>
            </a:pPr>
            <a:r>
              <a:t>Четвертый уровень</a:t>
            </a:r>
          </a:p>
          <a:p xmlns:a="http://schemas.openxmlformats.org/drawingml/2006/main">
            <a:pPr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A691B7B3-9976-4172-95EC-7EACBBCBC42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E83921B3-380D-4D19-B070-A5E047752D17}" type="datetime1">
              <a:t>10.07.2026</a:t>
            </a:fld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0FD58FAF-B18B-42A4-A48D-EEF2D7393C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DDFE5EEC-E288-4AA5-B5D3-5C51AC2B25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9BE4AA24-EE45-4450-B33F-4D9BFC364EBE}" type="slidenum">
              <a:t>‹#›</a:t>
            </a:fld>
          </a:p>
        </p:txBody>
      </p:sp>
    </p:spTree>
  </p:cSld>
</p:sldLayout>
</file>

<file path=ppt/slideLayouts/slideLayout14.xml><?xml version="1.0" encoding="utf-8"?>
<p:sldLayout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0DF3E5D-91EB-4300-9621-853097CAE5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BA0D1A07-C432-44AF-9A7A-B9941DE773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Образец текста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E2519ADF-FFD3-499B-908A-50B082679D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001EC8AA-89A6-418B-A073-D8CC16F9B9E9}" type="datetime1">
              <a:t>10.07.2026</a:t>
            </a:fld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5404EE91-C029-4818-B42F-932E740EC7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D251EB9C-202F-4295-8C9D-A7750B0D35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92A2FD6C-ADD2-4CA4-A4FF-6C5D3D839934}" type="slidenum">
              <a:t>‹#›</a:t>
            </a:fld>
          </a:p>
        </p:txBody>
      </p:sp>
    </p:spTree>
  </p:cSld>
</p:sldLayout>
</file>

<file path=ppt/slideLayouts/slideLayout15.xml><?xml version="1.0" encoding="utf-8"?>
<p:sldLayout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2B7CB46F-E1E9-459E-B56B-B65E0CCC81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Содержимое 2">
            <a:extLst xmlns:a="http://schemas.openxmlformats.org/drawingml/2006/main">
              <a:ext uri="{FF2B5EF4-FFF2-40B4-BE49-F238E27FC236}">
                <a16:creationId xmlns:a16="http://schemas.microsoft.com/office/drawing/2014/main" id="{38EBEDBA-9496-4A6D-A554-0831A8AA2DB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Образец текста</a:t>
            </a:r>
          </a:p>
          <a:p xmlns:a="http://schemas.openxmlformats.org/drawingml/2006/main">
            <a:pPr>
              <a:buNone/>
            </a:pPr>
            <a:r>
              <a:t>Второй уровень</a:t>
            </a:r>
          </a:p>
          <a:p xmlns:a="http://schemas.openxmlformats.org/drawingml/2006/main">
            <a:pPr>
              <a:buNone/>
            </a:pPr>
            <a:r>
              <a:t>Третий уровень</a:t>
            </a:r>
          </a:p>
          <a:p xmlns:a="http://schemas.openxmlformats.org/drawingml/2006/main">
            <a:pPr>
              <a:buNone/>
            </a:pPr>
            <a:r>
              <a:t>Четвертый уровень</a:t>
            </a:r>
          </a:p>
          <a:p xmlns:a="http://schemas.openxmlformats.org/drawingml/2006/main">
            <a:pPr>
              <a:buNone/>
            </a:pPr>
            <a:r>
              <a:t>Пятый уровень</a:t>
            </a:r>
          </a:p>
        </p:txBody>
      </p:sp>
      <p:sp>
        <p:nvSpPr>
          <p:cNvPr id="4" name="Содержимое 3">
            <a:extLst xmlns:a="http://schemas.openxmlformats.org/drawingml/2006/main">
              <a:ext uri="{FF2B5EF4-FFF2-40B4-BE49-F238E27FC236}">
                <a16:creationId xmlns:a16="http://schemas.microsoft.com/office/drawing/2014/main" id="{3C1B4895-CC57-4C7E-92FD-4D81FFA486D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Образец текста</a:t>
            </a:r>
          </a:p>
          <a:p xmlns:a="http://schemas.openxmlformats.org/drawingml/2006/main">
            <a:pPr>
              <a:buNone/>
            </a:pPr>
            <a:r>
              <a:t>Второй уровень</a:t>
            </a:r>
          </a:p>
          <a:p xmlns:a="http://schemas.openxmlformats.org/drawingml/2006/main">
            <a:pPr>
              <a:buNone/>
            </a:pPr>
            <a:r>
              <a:t>Третий уровень</a:t>
            </a:r>
          </a:p>
          <a:p xmlns:a="http://schemas.openxmlformats.org/drawingml/2006/main">
            <a:pPr>
              <a:buNone/>
            </a:pPr>
            <a:r>
              <a:t>Четвертый уровень</a:t>
            </a:r>
          </a:p>
          <a:p xmlns:a="http://schemas.openxmlformats.org/drawingml/2006/main">
            <a:pPr>
              <a:buNone/>
            </a:pPr>
            <a:r>
              <a:t>Пятый уровень</a:t>
            </a:r>
          </a:p>
        </p:txBody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BD2E2448-3387-49BF-B7ED-96BC890F12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5A034717-ECD2-4CFF-B8C0-459B86DB5831}" type="datetime1">
              <a:t>10.07.2026</a:t>
            </a:fld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0DA97AD0-F124-4310-948D-FD3F4A52F1E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58FDA339-8E78-45A3-926F-E81F6B4E46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CCE9E273-C95E-4783-BE68-A3647C2C8E98}" type="slidenum">
              <a:t>‹#›</a:t>
            </a:fld>
          </a:p>
        </p:txBody>
      </p:sp>
    </p:spTree>
  </p:cSld>
</p:sldLayout>
</file>

<file path=ppt/slideLayouts/slideLayout16.xml><?xml version="1.0" encoding="utf-8"?>
<p:sldLayout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647AE5B-EF23-4C89-ADCF-723211A4F0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C47964D0-DDFB-4C99-A276-95C84B7A13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Образец текста</a:t>
            </a:r>
          </a:p>
        </p:txBody>
      </p:sp>
      <p:sp>
        <p:nvSpPr>
          <p:cNvPr id="4" name="Содержимое 3">
            <a:extLst xmlns:a="http://schemas.openxmlformats.org/drawingml/2006/main">
              <a:ext uri="{FF2B5EF4-FFF2-40B4-BE49-F238E27FC236}">
                <a16:creationId xmlns:a16="http://schemas.microsoft.com/office/drawing/2014/main" id="{F2344DA4-9F35-4117-93A1-C00ABCFB517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Образец текста</a:t>
            </a:r>
          </a:p>
          <a:p xmlns:a="http://schemas.openxmlformats.org/drawingml/2006/main">
            <a:pPr>
              <a:buNone/>
            </a:pPr>
            <a:r>
              <a:t>Второй уровень</a:t>
            </a:r>
          </a:p>
          <a:p xmlns:a="http://schemas.openxmlformats.org/drawingml/2006/main">
            <a:pPr>
              <a:buNone/>
            </a:pPr>
            <a:r>
              <a:t>Третий уровень</a:t>
            </a:r>
          </a:p>
          <a:p xmlns:a="http://schemas.openxmlformats.org/drawingml/2006/main">
            <a:pPr>
              <a:buNone/>
            </a:pPr>
            <a:r>
              <a:t>Четвертый уровень</a:t>
            </a:r>
          </a:p>
          <a:p xmlns:a="http://schemas.openxmlformats.org/drawingml/2006/main">
            <a:pPr>
              <a:buNone/>
            </a:pPr>
            <a:r>
              <a:t>Пятый уровень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71095277-DF09-446E-A413-92FAFA5635A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Образец текста</a:t>
            </a:r>
          </a:p>
        </p:txBody>
      </p:sp>
      <p:sp>
        <p:nvSpPr>
          <p:cNvPr id="6" name="Содержимое 5">
            <a:extLst xmlns:a="http://schemas.openxmlformats.org/drawingml/2006/main">
              <a:ext uri="{FF2B5EF4-FFF2-40B4-BE49-F238E27FC236}">
                <a16:creationId xmlns:a16="http://schemas.microsoft.com/office/drawing/2014/main" id="{200972E4-B0E5-4059-A155-7348FC8DDC0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Образец текста</a:t>
            </a:r>
          </a:p>
          <a:p xmlns:a="http://schemas.openxmlformats.org/drawingml/2006/main">
            <a:pPr>
              <a:buNone/>
            </a:pPr>
            <a:r>
              <a:t>Второй уровень</a:t>
            </a:r>
          </a:p>
          <a:p xmlns:a="http://schemas.openxmlformats.org/drawingml/2006/main">
            <a:pPr>
              <a:buNone/>
            </a:pPr>
            <a:r>
              <a:t>Третий уровень</a:t>
            </a:r>
          </a:p>
          <a:p xmlns:a="http://schemas.openxmlformats.org/drawingml/2006/main">
            <a:pPr>
              <a:buNone/>
            </a:pPr>
            <a:r>
              <a:t>Четвертый уровень</a:t>
            </a:r>
          </a:p>
          <a:p xmlns:a="http://schemas.openxmlformats.org/drawingml/2006/main">
            <a:pPr>
              <a:buNone/>
            </a:pPr>
            <a:r>
              <a:t>Пятый уровень</a:t>
            </a:r>
          </a:p>
        </p:txBody>
      </p:sp>
      <p:sp>
        <p:nvSpPr>
          <p:cNvPr id="7" name="Дата 3">
            <a:extLst xmlns:a="http://schemas.openxmlformats.org/drawingml/2006/main">
              <a:ext uri="{FF2B5EF4-FFF2-40B4-BE49-F238E27FC236}">
                <a16:creationId xmlns:a16="http://schemas.microsoft.com/office/drawing/2014/main" id="{D55ACFD0-FFCB-4F92-91CA-5DEFECC742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0569B68E-641E-461A-8692-0FE47A0C67BC}" type="datetime1">
              <a:t>10.07.2026</a:t>
            </a:fld>
          </a:p>
        </p:txBody>
      </p:sp>
      <p:sp>
        <p:nvSpPr>
          <p:cNvPr id="8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CA434657-F16E-4997-AE35-BD497388B1C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9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C5A1E6EE-345A-4B60-BF78-85EC60C422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D7F649C3-CC5C-422E-9F9E-04276A8A61D0}" type="slidenum">
              <a:t>‹#›</a:t>
            </a:fld>
          </a:p>
        </p:txBody>
      </p:sp>
    </p:spTree>
  </p:cSld>
</p:sldLayout>
</file>

<file path=ppt/slideLayouts/slideLayout17.xml><?xml version="1.0" encoding="utf-8"?>
<p:sldLayout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FB7999F-354E-4C3E-B0B8-41190D1C91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Дата 3">
            <a:extLst xmlns:a="http://schemas.openxmlformats.org/drawingml/2006/main">
              <a:ext uri="{FF2B5EF4-FFF2-40B4-BE49-F238E27FC236}">
                <a16:creationId xmlns:a16="http://schemas.microsoft.com/office/drawing/2014/main" id="{39DE952C-4DC9-459E-A40D-01E1A5A430D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E8FD7DC8-F0D6-4C1A-924A-631457F566B4}" type="datetime1">
              <a:t>10.07.2026</a:t>
            </a:fld>
          </a:p>
        </p:txBody>
      </p:sp>
      <p:sp>
        <p:nvSpPr>
          <p:cNvPr id="4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93A1CC1E-2BD3-4BC7-AF73-54DDD885D7D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5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A1AA6933-8754-488F-A90F-936885D31E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63A31271-66D5-416C-B582-B08564A7EC3C}" type="slidenum">
              <a:t>‹#›</a:t>
            </a:fld>
          </a:p>
        </p:txBody>
      </p:sp>
    </p:spTree>
  </p:cSld>
</p:sldLayout>
</file>

<file path=ppt/slideLayouts/slideLayout18.xml><?xml version="1.0" encoding="utf-8"?>
<p:sldLayout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Дата 3">
            <a:extLst xmlns:a="http://schemas.openxmlformats.org/drawingml/2006/main">
              <a:ext uri="{FF2B5EF4-FFF2-40B4-BE49-F238E27FC236}">
                <a16:creationId xmlns:a16="http://schemas.microsoft.com/office/drawing/2014/main" id="{2C711BE9-398E-4D51-81C6-976C0199ADB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15417BFB-71D3-4307-B157-AC411F7B0FDD}" type="datetime1">
              <a:t>10.07.2026</a:t>
            </a:fld>
          </a:p>
        </p:txBody>
      </p:sp>
      <p:sp>
        <p:nvSpPr>
          <p:cNvPr id="3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14C09A85-2F5B-4A48-BE6A-38C29FBBFA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4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118E82A4-A05B-4C45-BEBB-7C0CE95BBE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ECD39597-5E58-4977-B37F-D2A278C3B6A0}" type="slidenum">
              <a:t>‹#›</a:t>
            </a:fld>
          </a:p>
        </p:txBody>
      </p:sp>
    </p:spTree>
  </p:cSld>
</p:sldLayout>
</file>

<file path=ppt/slideLayouts/slideLayout19.xml><?xml version="1.0" encoding="utf-8"?>
<p:sldLayout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AD00FC7B-A2A4-4DDC-9A64-E8BC78BD4D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Содержимое 2">
            <a:extLst xmlns:a="http://schemas.openxmlformats.org/drawingml/2006/main">
              <a:ext uri="{FF2B5EF4-FFF2-40B4-BE49-F238E27FC236}">
                <a16:creationId xmlns:a16="http://schemas.microsoft.com/office/drawing/2014/main" id="{864F9A2A-CAC6-4E6D-ADB1-D2D05AD928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Образец текста</a:t>
            </a:r>
          </a:p>
          <a:p xmlns:a="http://schemas.openxmlformats.org/drawingml/2006/main">
            <a:pPr>
              <a:buNone/>
            </a:pPr>
            <a:r>
              <a:t>Второй уровень</a:t>
            </a:r>
          </a:p>
          <a:p xmlns:a="http://schemas.openxmlformats.org/drawingml/2006/main">
            <a:pPr>
              <a:buNone/>
            </a:pPr>
            <a:r>
              <a:t>Третий уровень</a:t>
            </a:r>
          </a:p>
          <a:p xmlns:a="http://schemas.openxmlformats.org/drawingml/2006/main">
            <a:pPr>
              <a:buNone/>
            </a:pPr>
            <a:r>
              <a:t>Четвертый уровень</a:t>
            </a:r>
          </a:p>
          <a:p xmlns:a="http://schemas.openxmlformats.org/drawingml/2006/main">
            <a:pPr>
              <a:buNone/>
            </a:pPr>
            <a:r>
              <a:t>Пятый уровень</a:t>
            </a: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6DD5A122-9D6C-4C91-BF8D-3070201E54F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Образец текста</a:t>
            </a:r>
          </a:p>
        </p:txBody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7DA9F69A-8887-4146-A1AB-4B284AF9DF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1C29ED1A-0E8A-4F73-9AF0-5E29CCEDAB7E}" type="datetime1">
              <a:t>10.07.2026</a:t>
            </a:fld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A5020CB-DDD1-405B-8633-400F02A48C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600A7ABD-938C-4D87-AB83-474BF54859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4A5223FA-7999-4A08-BFA2-1568F7C45CA5}" type="slidenum">
              <a:t>‹#›</a:t>
            </a:fld>
          </a:p>
        </p:txBody>
      </p:sp>
    </p:spTree>
  </p:cSld>
</p:sldLayout>
</file>

<file path=ppt/slideLayouts/slideLayout20.xml><?xml version="1.0" encoding="utf-8"?>
<p:sldLayout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972E287A-8471-4B43-AB3D-F82D709C09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Рисунок 2">
            <a:extLst xmlns:a="http://schemas.openxmlformats.org/drawingml/2006/main">
              <a:ext uri="{FF2B5EF4-FFF2-40B4-BE49-F238E27FC236}">
                <a16:creationId xmlns:a16="http://schemas.microsoft.com/office/drawing/2014/main" id="{9ED9BB1B-B3E9-4344-B9A1-42C3CFD79FB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6586BA89-E6E8-41CB-9529-3E17D4194D7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Образец текста</a:t>
            </a:r>
          </a:p>
        </p:txBody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EFB7F3D4-ED13-4855-9683-CBE24ABD01B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CB54EC7D-192C-4B0D-885F-0CB21C613137}" type="datetime1">
              <a:t>10.07.2026</a:t>
            </a:fld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7677304B-8582-4EA0-96D4-60485449E08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253DD27-B0F4-4E36-8F7A-85A0B79E4D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D931F73F-5100-4628-8B70-8C38A67B6C0F}" type="slidenum">
              <a:t>‹#›</a:t>
            </a:fld>
          </a:p>
        </p:txBody>
      </p:sp>
    </p:spTree>
  </p:cSld>
</p:sldLayout>
</file>

<file path=ppt/slideLayouts/slideLayout21.xml><?xml version="1.0" encoding="utf-8"?>
<p:sldLayout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DB12A59-4940-439F-9EE2-79710D2134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Вертикальный текст 2">
            <a:extLst xmlns:a="http://schemas.openxmlformats.org/drawingml/2006/main">
              <a:ext uri="{FF2B5EF4-FFF2-40B4-BE49-F238E27FC236}">
                <a16:creationId xmlns:a16="http://schemas.microsoft.com/office/drawing/2014/main" id="{A692106E-2A0C-4BCC-9429-4C46D8A3B7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текста</a:t>
            </a:r>
          </a:p>
          <a:p xmlns:a="http://schemas.openxmlformats.org/drawingml/2006/main">
            <a:pPr>
              <a:buNone/>
            </a:pPr>
            <a:r>
              <a:t>Второй уровень</a:t>
            </a:r>
          </a:p>
          <a:p xmlns:a="http://schemas.openxmlformats.org/drawingml/2006/main">
            <a:pPr>
              <a:buNone/>
            </a:pPr>
            <a:r>
              <a:t>Третий уровень</a:t>
            </a:r>
          </a:p>
          <a:p xmlns:a="http://schemas.openxmlformats.org/drawingml/2006/main">
            <a:pPr>
              <a:buNone/>
            </a:pPr>
            <a:r>
              <a:t>Четвертый уровень</a:t>
            </a:r>
          </a:p>
          <a:p xmlns:a="http://schemas.openxmlformats.org/drawingml/2006/main">
            <a:pPr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A80565DD-109E-4544-82F0-17E6A5BACD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099090A8-DB27-47FB-87F3-C42F3BCDF677}" type="datetime1">
              <a:t>10.07.2026</a:t>
            </a:fld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A9C0A973-194B-4D95-A0DD-614C1F9C61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9876C973-732B-4F17-B0FC-D96B455F9A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1131108C-0D76-4960-805A-404849839B50}" type="slidenum">
              <a:t>‹#›</a:t>
            </a:fld>
          </a:p>
        </p:txBody>
      </p:sp>
    </p:spTree>
  </p:cSld>
</p:sldLayout>
</file>

<file path=ppt/slideLayouts/slideLayout22.xml><?xml version="1.0" encoding="utf-8"?>
<p:sldLayout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Вертикальный 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897F4810-3D79-403B-A73C-1E1B0549F2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Вертикальный текст 2">
            <a:extLst xmlns:a="http://schemas.openxmlformats.org/drawingml/2006/main">
              <a:ext uri="{FF2B5EF4-FFF2-40B4-BE49-F238E27FC236}">
                <a16:creationId xmlns:a16="http://schemas.microsoft.com/office/drawing/2014/main" id="{6E04192A-E903-4FF5-B688-956729560A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текста</a:t>
            </a:r>
          </a:p>
          <a:p xmlns:a="http://schemas.openxmlformats.org/drawingml/2006/main">
            <a:pPr>
              <a:buNone/>
            </a:pPr>
            <a:r>
              <a:t>Второй уровень</a:t>
            </a:r>
          </a:p>
          <a:p xmlns:a="http://schemas.openxmlformats.org/drawingml/2006/main">
            <a:pPr>
              <a:buNone/>
            </a:pPr>
            <a:r>
              <a:t>Третий уровень</a:t>
            </a:r>
          </a:p>
          <a:p xmlns:a="http://schemas.openxmlformats.org/drawingml/2006/main">
            <a:pPr>
              <a:buNone/>
            </a:pPr>
            <a:r>
              <a:t>Четвертый уровень</a:t>
            </a:r>
          </a:p>
          <a:p xmlns:a="http://schemas.openxmlformats.org/drawingml/2006/main">
            <a:pPr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519D4D32-BFA4-46AA-8088-B3003B5F002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9DD47A0E-6F08-4644-899B-2ECC727C3B6B}" type="datetime1">
              <a:t>10.07.2026</a:t>
            </a:fld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9573249-9A04-4194-B637-9847881F07E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CBB5B245-859B-4700-8B34-447AF646E2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6CF60478-AE21-482E-B767-D5EA2B2B35DD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3f278b65444792" /><Relationship Type="http://schemas.openxmlformats.org/officeDocument/2006/relationships/slideLayout" Target="/ppt/slideLayouts/slideLayout1.xml" Id="Ra180d2e6d27b4e2e" /><Relationship Type="http://schemas.openxmlformats.org/officeDocument/2006/relationships/slideLayout" Target="/ppt/slideLayouts/slideLayout2.xml" Id="R5b99db60aff14dcb" /><Relationship Type="http://schemas.openxmlformats.org/officeDocument/2006/relationships/slideLayout" Target="/ppt/slideLayouts/slideLayout3.xml" Id="Ref2ad8a0c178431d" /><Relationship Type="http://schemas.openxmlformats.org/officeDocument/2006/relationships/slideLayout" Target="/ppt/slideLayouts/slideLayout4.xml" Id="R2aaa4ece102542dd" /><Relationship Type="http://schemas.openxmlformats.org/officeDocument/2006/relationships/slideLayout" Target="/ppt/slideLayouts/slideLayout5.xml" Id="Rc4b6bf7e453c4f3f" /><Relationship Type="http://schemas.openxmlformats.org/officeDocument/2006/relationships/slideLayout" Target="/ppt/slideLayouts/slideLayout6.xml" Id="R0e6b7271340347b5" /><Relationship Type="http://schemas.openxmlformats.org/officeDocument/2006/relationships/slideLayout" Target="/ppt/slideLayouts/slideLayout7.xml" Id="R2a026243deef4672" /><Relationship Type="http://schemas.openxmlformats.org/officeDocument/2006/relationships/slideLayout" Target="/ppt/slideLayouts/slideLayout8.xml" Id="R73b3863779be4c8e" /><Relationship Type="http://schemas.openxmlformats.org/officeDocument/2006/relationships/slideLayout" Target="/ppt/slideLayouts/slideLayout9.xml" Id="R1700fb2254d54cfb" /><Relationship Type="http://schemas.openxmlformats.org/officeDocument/2006/relationships/slideLayout" Target="/ppt/slideLayouts/slideLayout10.xml" Id="R0df365e7fd5b48dc" /><Relationship Type="http://schemas.openxmlformats.org/officeDocument/2006/relationships/slideLayout" Target="/ppt/slideLayouts/slideLayout11.xml" Id="R2f0d00d9db27420a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9b97445e2c394ec5" /><Relationship Type="http://schemas.openxmlformats.org/officeDocument/2006/relationships/slideLayout" Target="/ppt/slideLayouts/slideLayout12.xml" Id="Rc562f3a22779421b" /><Relationship Type="http://schemas.openxmlformats.org/officeDocument/2006/relationships/slideLayout" Target="/ppt/slideLayouts/slideLayout13.xml" Id="R542acaee1de746e9" /><Relationship Type="http://schemas.openxmlformats.org/officeDocument/2006/relationships/slideLayout" Target="/ppt/slideLayouts/slideLayout14.xml" Id="R966ee164ee214dcd" /><Relationship Type="http://schemas.openxmlformats.org/officeDocument/2006/relationships/slideLayout" Target="/ppt/slideLayouts/slideLayout15.xml" Id="R9079271a93a64816" /><Relationship Type="http://schemas.openxmlformats.org/officeDocument/2006/relationships/slideLayout" Target="/ppt/slideLayouts/slideLayout16.xml" Id="Rf39db92c01c54000" /><Relationship Type="http://schemas.openxmlformats.org/officeDocument/2006/relationships/slideLayout" Target="/ppt/slideLayouts/slideLayout17.xml" Id="R35475861730c48a1" /><Relationship Type="http://schemas.openxmlformats.org/officeDocument/2006/relationships/slideLayout" Target="/ppt/slideLayouts/slideLayout18.xml" Id="Rfbeb4ee6c1894367" /><Relationship Type="http://schemas.openxmlformats.org/officeDocument/2006/relationships/slideLayout" Target="/ppt/slideLayouts/slideLayout19.xml" Id="Rcaec2cfe179b4581" /><Relationship Type="http://schemas.openxmlformats.org/officeDocument/2006/relationships/slideLayout" Target="/ppt/slideLayouts/slideLayout20.xml" Id="Raeca459a6c6c4f79" /><Relationship Type="http://schemas.openxmlformats.org/officeDocument/2006/relationships/slideLayout" Target="/ppt/slideLayouts/slideLayout21.xml" Id="R05c90e04f53243c5" /><Relationship Type="http://schemas.openxmlformats.org/officeDocument/2006/relationships/slideLayout" Target="/ppt/slideLayouts/slideLayout22.xml" Id="R29c1562e985145f2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4D7959D9-427D-4E9B-B692-EEBD5677F3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</a:p>
        </p:txBody>
      </p:sp>
      <p:sp>
        <p:nvSpPr>
          <p:cNvPr id="1027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CE101852-9116-48E5-9EF6-D457BEE72E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текста</a:t>
            </a:r>
          </a:p>
          <a:p xmlns:a="http://schemas.openxmlformats.org/drawingml/2006/main">
            <a:pPr>
              <a:buNone/>
            </a:pPr>
            <a:r>
              <a:t>Второй уровень</a:t>
            </a:r>
          </a:p>
          <a:p xmlns:a="http://schemas.openxmlformats.org/drawingml/2006/main">
            <a:pPr>
              <a:buNone/>
            </a:pPr>
            <a:r>
              <a:t>Третий уровень</a:t>
            </a:r>
          </a:p>
          <a:p xmlns:a="http://schemas.openxmlformats.org/drawingml/2006/main">
            <a:pPr>
              <a:buNone/>
            </a:pPr>
            <a:r>
              <a:t>Четвертый уровень</a:t>
            </a:r>
          </a:p>
          <a:p xmlns:a="http://schemas.openxmlformats.org/drawingml/2006/main">
            <a:pPr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987B4643-2972-4EDF-AE9F-7456457BCD9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6C65F0D8-1D7A-4AE6-A007-3DC97855F165}" type="datetime1">
              <a:t>10.07.2026</a:t>
            </a:fld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DAA988E6-C6B0-4FFE-8EC3-8E96E48B4F3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ACA2FE84-8B89-4AE1-9A8C-406DE7F0D91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fld id="{2A43C248-CEC2-4AE8-A565-3EEA63B3E66D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80d2e6d27b4e2e"/>
    <p:sldLayoutId xmlns:r="http://schemas.openxmlformats.org/officeDocument/2006/relationships" id="2147483650" r:id="R5b99db60aff14dcb"/>
    <p:sldLayoutId xmlns:r="http://schemas.openxmlformats.org/officeDocument/2006/relationships" id="2147483651" r:id="Ref2ad8a0c178431d"/>
    <p:sldLayoutId xmlns:r="http://schemas.openxmlformats.org/officeDocument/2006/relationships" id="2147483652" r:id="R2aaa4ece102542dd"/>
    <p:sldLayoutId xmlns:r="http://schemas.openxmlformats.org/officeDocument/2006/relationships" id="2147483653" r:id="Rc4b6bf7e453c4f3f"/>
    <p:sldLayoutId xmlns:r="http://schemas.openxmlformats.org/officeDocument/2006/relationships" id="2147483654" r:id="R0e6b7271340347b5"/>
    <p:sldLayoutId xmlns:r="http://schemas.openxmlformats.org/officeDocument/2006/relationships" id="2147483655" r:id="R2a026243deef4672"/>
    <p:sldLayoutId xmlns:r="http://schemas.openxmlformats.org/officeDocument/2006/relationships" id="2147483656" r:id="R73b3863779be4c8e"/>
    <p:sldLayoutId xmlns:r="http://schemas.openxmlformats.org/officeDocument/2006/relationships" id="2147483657" r:id="R1700fb2254d54cfb"/>
    <p:sldLayoutId xmlns:r="http://schemas.openxmlformats.org/officeDocument/2006/relationships" id="2147483658" r:id="R0df365e7fd5b48dc"/>
    <p:sldLayoutId xmlns:r="http://schemas.openxmlformats.org/officeDocument/2006/relationships" id="2147483659" r:id="R2f0d00d9db27420a"/>
  </p:sldLayoutIdLst>
  <p:hf hdr="0" ftr="0" dt="0"/>
  <p:txStyles>
    <p:titleStyle>
      <a:lvl1pPr xmlns:a="http://schemas.openxmlformats.org/drawingml/2006/main" algn="ctr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  <a:lvl2pPr xmlns:a="http://schemas.openxmlformats.org/drawingml/2006/main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2pPr>
      <a:lvl3pPr xmlns:a="http://schemas.openxmlformats.org/drawingml/2006/main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3pPr>
      <a:lvl4pPr xmlns:a="http://schemas.openxmlformats.org/drawingml/2006/main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4pPr>
      <a:lvl5pPr xmlns:a="http://schemas.openxmlformats.org/drawingml/2006/main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5pPr>
      <a:lvl6pPr xmlns:a="http://schemas.openxmlformats.org/drawingml/2006/main" marL="4572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6pPr>
      <a:lvl7pPr xmlns:a="http://schemas.openxmlformats.org/drawingml/2006/main" marL="9144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7pPr>
      <a:lvl8pPr xmlns:a="http://schemas.openxmlformats.org/drawingml/2006/main" marL="13716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8pPr>
      <a:lvl9pPr xmlns:a="http://schemas.openxmlformats.org/drawingml/2006/main" marL="18288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9pPr>
    </p:titleStyle>
    <p:bodyStyle>
      <a:lvl1pPr xmlns:a="http://schemas.openxmlformats.org/drawingml/2006/main" marL="342900" indent="-342900" algn="l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EDE4199A-2950-4DF4-ADA7-CF6A50271C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</a:p>
        </p:txBody>
      </p:sp>
      <p:sp>
        <p:nvSpPr>
          <p:cNvPr id="1027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E860B2D7-F73B-4975-978F-6D843B6BAE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текста</a:t>
            </a:r>
          </a:p>
          <a:p xmlns:a="http://schemas.openxmlformats.org/drawingml/2006/main">
            <a:pPr>
              <a:buNone/>
            </a:pPr>
            <a:r>
              <a:t>Второй уровень</a:t>
            </a:r>
          </a:p>
          <a:p xmlns:a="http://schemas.openxmlformats.org/drawingml/2006/main">
            <a:pPr>
              <a:buNone/>
            </a:pPr>
            <a:r>
              <a:t>Третий уровень</a:t>
            </a:r>
          </a:p>
          <a:p xmlns:a="http://schemas.openxmlformats.org/drawingml/2006/main">
            <a:pPr>
              <a:buNone/>
            </a:pPr>
            <a:r>
              <a:t>Четвертый уровень</a:t>
            </a:r>
          </a:p>
          <a:p xmlns:a="http://schemas.openxmlformats.org/drawingml/2006/main">
            <a:pPr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CBA8DDA6-EF8E-4DA9-BD85-B313150474C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6C109E9F-D2C8-4FFA-BD39-01AD945D8983}" type="datetime1">
              <a:t>10.07.2026</a:t>
            </a:fld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CB2C1893-D133-4E44-9CAF-654F3E3EDF3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D3FC75E4-FFD3-4D3A-978D-D0A4C4C8D2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>
              <a:buNone/>
            </a:pPr>
            <a:fld id="{C643C1AA-6C92-4B23-BCF3-3A2D9E4734F9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c562f3a22779421b"/>
    <p:sldLayoutId xmlns:r="http://schemas.openxmlformats.org/officeDocument/2006/relationships" id="2147483662" r:id="R542acaee1de746e9"/>
    <p:sldLayoutId xmlns:r="http://schemas.openxmlformats.org/officeDocument/2006/relationships" id="2147483663" r:id="R966ee164ee214dcd"/>
    <p:sldLayoutId xmlns:r="http://schemas.openxmlformats.org/officeDocument/2006/relationships" id="2147483664" r:id="R9079271a93a64816"/>
    <p:sldLayoutId xmlns:r="http://schemas.openxmlformats.org/officeDocument/2006/relationships" id="2147483665" r:id="Rf39db92c01c54000"/>
    <p:sldLayoutId xmlns:r="http://schemas.openxmlformats.org/officeDocument/2006/relationships" id="2147483666" r:id="R35475861730c48a1"/>
    <p:sldLayoutId xmlns:r="http://schemas.openxmlformats.org/officeDocument/2006/relationships" id="2147483667" r:id="Rfbeb4ee6c1894367"/>
    <p:sldLayoutId xmlns:r="http://schemas.openxmlformats.org/officeDocument/2006/relationships" id="2147483668" r:id="Rcaec2cfe179b4581"/>
    <p:sldLayoutId xmlns:r="http://schemas.openxmlformats.org/officeDocument/2006/relationships" id="2147483669" r:id="Raeca459a6c6c4f79"/>
    <p:sldLayoutId xmlns:r="http://schemas.openxmlformats.org/officeDocument/2006/relationships" id="2147483670" r:id="R05c90e04f53243c5"/>
    <p:sldLayoutId xmlns:r="http://schemas.openxmlformats.org/officeDocument/2006/relationships" id="2147483671" r:id="R29c1562e985145f2"/>
  </p:sldLayoutIdLst>
  <p:hf hdr="0" ftr="0" dt="0"/>
  <p:txStyles>
    <p:titleStyle>
      <a:lvl1pPr xmlns:a="http://schemas.openxmlformats.org/drawingml/2006/main" algn="ctr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  <a:lvl2pPr xmlns:a="http://schemas.openxmlformats.org/drawingml/2006/main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2pPr>
      <a:lvl3pPr xmlns:a="http://schemas.openxmlformats.org/drawingml/2006/main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3pPr>
      <a:lvl4pPr xmlns:a="http://schemas.openxmlformats.org/drawingml/2006/main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4pPr>
      <a:lvl5pPr xmlns:a="http://schemas.openxmlformats.org/drawingml/2006/main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5pPr>
      <a:lvl6pPr xmlns:a="http://schemas.openxmlformats.org/drawingml/2006/main" marL="4572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6pPr>
      <a:lvl7pPr xmlns:a="http://schemas.openxmlformats.org/drawingml/2006/main" marL="9144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7pPr>
      <a:lvl8pPr xmlns:a="http://schemas.openxmlformats.org/drawingml/2006/main" marL="13716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8pPr>
      <a:lvl9pPr xmlns:a="http://schemas.openxmlformats.org/drawingml/2006/main" marL="18288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9pPr>
    </p:titleStyle>
    <p:bodyStyle>
      <a:lvl1pPr xmlns:a="http://schemas.openxmlformats.org/drawingml/2006/main" marL="342900" indent="-342900" algn="l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46cf2bca7fb8445d" /><Relationship Type="http://schemas.openxmlformats.org/officeDocument/2006/relationships/image" Target="/ppt/media/image.png" Id="Rbdd6c3c978104174" /><Relationship Type="http://schemas.openxmlformats.org/officeDocument/2006/relationships/image" Target="/ppt/media/image2.png" Id="R5f51f2be638242c3" /><Relationship Type="http://schemas.openxmlformats.org/officeDocument/2006/relationships/notesSlide" Target="/ppt/notesSlides/notesSlide1.xml" Id="R66de1629f3894d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a7222a13084e50" /><Relationship Type="http://schemas.openxmlformats.org/officeDocument/2006/relationships/image" Target="/ppt/media/image.png" Id="R6f8f706c0da84dd4" /><Relationship Type="http://schemas.openxmlformats.org/officeDocument/2006/relationships/image" Target="/ppt/media/image2.png" Id="R5905f81892db4245" /><Relationship Type="http://schemas.openxmlformats.org/officeDocument/2006/relationships/notesSlide" Target="/ppt/notesSlides/notesSlide2.xml" Id="R68b0ff5c90b34f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804731331430a" /><Relationship Type="http://schemas.openxmlformats.org/officeDocument/2006/relationships/image" Target="/ppt/media/image3.png" Id="R24e1c798adb146d1" /><Relationship Type="http://schemas.openxmlformats.org/officeDocument/2006/relationships/image" Target="/ppt/media/image.png" Id="R0a3b9b330eba4546" /><Relationship Type="http://schemas.openxmlformats.org/officeDocument/2006/relationships/image" Target="/ppt/media/image2.png" Id="Rf41ff2cfe50842ef" /><Relationship Type="http://schemas.openxmlformats.org/officeDocument/2006/relationships/notesSlide" Target="/ppt/notesSlides/notesSlide3.xml" Id="Refebc5a68fd949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8a8ff364e64286" /><Relationship Type="http://schemas.openxmlformats.org/officeDocument/2006/relationships/image" Target="/ppt/media/image3.png" Id="R6c60ef8b55ad48e2" /><Relationship Type="http://schemas.openxmlformats.org/officeDocument/2006/relationships/image" Target="/ppt/media/image.png" Id="R85f9c278a0a14341" /><Relationship Type="http://schemas.openxmlformats.org/officeDocument/2006/relationships/image" Target="/ppt/media/image2.png" Id="R2e13093678d64792" /><Relationship Type="http://schemas.openxmlformats.org/officeDocument/2006/relationships/notesSlide" Target="/ppt/notesSlides/notesSlide4.xml" Id="R872101192c7a4e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4f44a500204d13" /><Relationship Type="http://schemas.openxmlformats.org/officeDocument/2006/relationships/image" Target="/ppt/media/image3.png" Id="R1f43428429944675" /><Relationship Type="http://schemas.openxmlformats.org/officeDocument/2006/relationships/image" Target="/ppt/media/image.png" Id="R052746a15d944a2a" /><Relationship Type="http://schemas.openxmlformats.org/officeDocument/2006/relationships/image" Target="/ppt/media/image2.png" Id="R33c108f5f0094d7f" /><Relationship Type="http://schemas.openxmlformats.org/officeDocument/2006/relationships/image" Target="/ppt/media/image4.png" Id="R00ffbc4c76d745a6" /><Relationship Type="http://schemas.openxmlformats.org/officeDocument/2006/relationships/notesSlide" Target="/ppt/notesSlides/notesSlide5.xml" Id="R6c1fd20cec2743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0ee88b3434da0" /><Relationship Type="http://schemas.openxmlformats.org/officeDocument/2006/relationships/image" Target="/ppt/media/image3.png" Id="R99348b117be14bcc" /><Relationship Type="http://schemas.openxmlformats.org/officeDocument/2006/relationships/image" Target="/ppt/media/image.png" Id="R8b07ccdd2bf64537" /><Relationship Type="http://schemas.openxmlformats.org/officeDocument/2006/relationships/image" Target="/ppt/media/image2.png" Id="R601ab230050c44f8" /><Relationship Type="http://schemas.openxmlformats.org/officeDocument/2006/relationships/image" Target="/ppt/media/image5.png" Id="Rceb4e20586244606" /><Relationship Type="http://schemas.openxmlformats.org/officeDocument/2006/relationships/notesSlide" Target="/ppt/notesSlides/notesSlide6.xml" Id="R89d606b4acdf45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1c2f095fcd4681" /><Relationship Type="http://schemas.openxmlformats.org/officeDocument/2006/relationships/image" Target="/ppt/media/image3.png" Id="Rdc6c96d1628742b6" /><Relationship Type="http://schemas.openxmlformats.org/officeDocument/2006/relationships/image" Target="/ppt/media/image.png" Id="R659cbfbdec0a4240" /><Relationship Type="http://schemas.openxmlformats.org/officeDocument/2006/relationships/image" Target="/ppt/media/image2.png" Id="Ra30d66d65ea44634" /><Relationship Type="http://schemas.openxmlformats.org/officeDocument/2006/relationships/image" Target="/ppt/media/image6.png" Id="R2fe55096f14e4fbd" /><Relationship Type="http://schemas.openxmlformats.org/officeDocument/2006/relationships/notesSlide" Target="/ppt/notesSlides/notesSlide7.xml" Id="R092863f87adb4e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036ebd173c41df" /><Relationship Type="http://schemas.openxmlformats.org/officeDocument/2006/relationships/image" Target="/ppt/media/image7.png" Id="R5539e38666824883" /><Relationship Type="http://schemas.openxmlformats.org/officeDocument/2006/relationships/image" Target="/ppt/media/image.png" Id="R983c501696954cd8" /><Relationship Type="http://schemas.openxmlformats.org/officeDocument/2006/relationships/image" Target="/ppt/media/image2.png" Id="R74a610723ed949c2" /><Relationship Type="http://schemas.openxmlformats.org/officeDocument/2006/relationships/image" Target="/ppt/media/image8.png" Id="R316976ca525f4867" /><Relationship Type="http://schemas.openxmlformats.org/officeDocument/2006/relationships/notesSlide" Target="/ppt/notesSlides/notesSlide8.xml" Id="Re1dac001126c46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965842ace04e37" /><Relationship Type="http://schemas.openxmlformats.org/officeDocument/2006/relationships/image" Target="/ppt/media/image7.png" Id="R1c6a496a00d14912" /><Relationship Type="http://schemas.openxmlformats.org/officeDocument/2006/relationships/image" Target="/ppt/media/image.png" Id="Rc1d3f72f9b0e4588" /><Relationship Type="http://schemas.openxmlformats.org/officeDocument/2006/relationships/image" Target="/ppt/media/image2.png" Id="R4bf3eff0174f4c89" /><Relationship Type="http://schemas.openxmlformats.org/officeDocument/2006/relationships/image" Target="/ppt/media/image9.png" Id="R07ad917fb4154d77" /><Relationship Type="http://schemas.openxmlformats.org/officeDocument/2006/relationships/notesSlide" Target="/ppt/notesSlides/notesSlide9.xml" Id="R2753e83b718645e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4fa150e84444d6" /><Relationship Type="http://schemas.openxmlformats.org/officeDocument/2006/relationships/image" Target="/ppt/media/image10.png" Id="R5a54103035dd4ab4" /><Relationship Type="http://schemas.openxmlformats.org/officeDocument/2006/relationships/image" Target="/ppt/media/image.png" Id="Rf464e54f4e5742bf" /><Relationship Type="http://schemas.openxmlformats.org/officeDocument/2006/relationships/image" Target="/ppt/media/image2.png" Id="Rd3241474e67448a7" /><Relationship Type="http://schemas.openxmlformats.org/officeDocument/2006/relationships/notesSlide" Target="/ppt/notesSlides/notesSlide10.xml" Id="R50943cd7980c432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a48fda42374ebc" /><Relationship Type="http://schemas.openxmlformats.org/officeDocument/2006/relationships/image" Target="/ppt/media/image10.png" Id="R5448ba6acfc64d94" /><Relationship Type="http://schemas.openxmlformats.org/officeDocument/2006/relationships/image" Target="/ppt/media/image.png" Id="Rea2bffacced44db3" /><Relationship Type="http://schemas.openxmlformats.org/officeDocument/2006/relationships/image" Target="/ppt/media/image2.png" Id="R1ea22deb2bc34615" /><Relationship Type="http://schemas.openxmlformats.org/officeDocument/2006/relationships/notesSlide" Target="/ppt/notesSlides/notesSlide11.xml" Id="Rec0da29abef2435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9b427cb917476a" /><Relationship Type="http://schemas.openxmlformats.org/officeDocument/2006/relationships/image" Target="/ppt/media/image10.png" Id="Rb30fcde3e1b54dca" /><Relationship Type="http://schemas.openxmlformats.org/officeDocument/2006/relationships/image" Target="/ppt/media/image.png" Id="Rcf0b7d26eaba42a7" /><Relationship Type="http://schemas.openxmlformats.org/officeDocument/2006/relationships/image" Target="/ppt/media/image2.png" Id="R4f0a63373c7f4d57" /><Relationship Type="http://schemas.openxmlformats.org/officeDocument/2006/relationships/image" Target="/ppt/media/image11.png" Id="R424fa04b51144a22" /><Relationship Type="http://schemas.openxmlformats.org/officeDocument/2006/relationships/notesSlide" Target="/ppt/notesSlides/notesSlide12.xml" Id="R561cdfdeda2342f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587e51203447a" /><Relationship Type="http://schemas.openxmlformats.org/officeDocument/2006/relationships/image" Target="/ppt/media/image3.png" Id="Raca56b90b8fd455e" /><Relationship Type="http://schemas.openxmlformats.org/officeDocument/2006/relationships/image" Target="/ppt/media/image.png" Id="Ra7c6c4ec80d04dbf" /><Relationship Type="http://schemas.openxmlformats.org/officeDocument/2006/relationships/image" Target="/ppt/media/image2.png" Id="Rf00e926654514b16" /><Relationship Type="http://schemas.openxmlformats.org/officeDocument/2006/relationships/notesSlide" Target="/ppt/notesSlides/notesSlide13.xml" Id="Ra6077cb027354e2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732196300743bd" /><Relationship Type="http://schemas.openxmlformats.org/officeDocument/2006/relationships/image" Target="/ppt/media/image10.png" Id="R4f8d025fcd244702" /><Relationship Type="http://schemas.openxmlformats.org/officeDocument/2006/relationships/image" Target="/ppt/media/image.png" Id="R7514f02e24214162" /><Relationship Type="http://schemas.openxmlformats.org/officeDocument/2006/relationships/image" Target="/ppt/media/image2.png" Id="R85c14d16f2fe4eff" /><Relationship Type="http://schemas.openxmlformats.org/officeDocument/2006/relationships/notesSlide" Target="/ppt/notesSlides/notesSlide14.xml" Id="R14d9c6c64d064bf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bd7dc6a6aeb4aeb" /><Relationship Type="http://schemas.openxmlformats.org/officeDocument/2006/relationships/image" Target="/ppt/media/image10.png" Id="R0c3c54777b7c4ab9" /><Relationship Type="http://schemas.openxmlformats.org/officeDocument/2006/relationships/image" Target="/ppt/media/image.png" Id="R5c71503a42e24f41" /><Relationship Type="http://schemas.openxmlformats.org/officeDocument/2006/relationships/image" Target="/ppt/media/image2.png" Id="R8fee7c09b8ff43a2" /><Relationship Type="http://schemas.openxmlformats.org/officeDocument/2006/relationships/image" Target="/ppt/media/image12.png" Id="R596c16c949d642fe" /><Relationship Type="http://schemas.openxmlformats.org/officeDocument/2006/relationships/image" Target="/ppt/media/image13.png" Id="Rd37293f269b14746" /><Relationship Type="http://schemas.openxmlformats.org/officeDocument/2006/relationships/notesSlide" Target="/ppt/notesSlides/notesSlide15.xml" Id="R79eeeed2faa84db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57e7710a44b4320" /><Relationship Type="http://schemas.openxmlformats.org/officeDocument/2006/relationships/image" Target="/ppt/media/image10.png" Id="R33f231fee6244a74" /><Relationship Type="http://schemas.openxmlformats.org/officeDocument/2006/relationships/image" Target="/ppt/media/image.png" Id="Rea1925cb06544a72" /><Relationship Type="http://schemas.openxmlformats.org/officeDocument/2006/relationships/image" Target="/ppt/media/image2.png" Id="Rf5df1fedd94e4d40" /><Relationship Type="http://schemas.openxmlformats.org/officeDocument/2006/relationships/image" Target="/ppt/media/image14.png" Id="Rf87baae8bfd94075" /><Relationship Type="http://schemas.openxmlformats.org/officeDocument/2006/relationships/notesSlide" Target="/ppt/notesSlides/notesSlide16.xml" Id="Rb7aa6681696647f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5b15821ae34791" /><Relationship Type="http://schemas.openxmlformats.org/officeDocument/2006/relationships/image" Target="/ppt/media/image.png" Id="R10bb734dd81f4573" /><Relationship Type="http://schemas.openxmlformats.org/officeDocument/2006/relationships/image" Target="/ppt/media/image2.png" Id="R83713576ae734f74" /><Relationship Type="http://schemas.openxmlformats.org/officeDocument/2006/relationships/image" Target="/ppt/media/image15.png" Id="Rb3d4913ade494197" /><Relationship Type="http://schemas.openxmlformats.org/officeDocument/2006/relationships/image" Target="/ppt/media/image16.png" Id="Rb3d06cb70fa34837" /><Relationship Type="http://schemas.openxmlformats.org/officeDocument/2006/relationships/image" Target="/ppt/media/image17.png" Id="R72e1424a33944d04" /><Relationship Type="http://schemas.openxmlformats.org/officeDocument/2006/relationships/notesSlide" Target="/ppt/notesSlides/notesSlide17.xml" Id="R5c6117f92cc64c9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a4bf75b2d4522" /><Relationship Type="http://schemas.openxmlformats.org/officeDocument/2006/relationships/image" Target="/ppt/media/image3.png" Id="R80aaa4d9b67942b1" /><Relationship Type="http://schemas.openxmlformats.org/officeDocument/2006/relationships/image" Target="/ppt/media/image.png" Id="R44e8c0db8b0f4644" /><Relationship Type="http://schemas.openxmlformats.org/officeDocument/2006/relationships/image" Target="/ppt/media/image2.png" Id="Re38af1481cc949ef" /><Relationship Type="http://schemas.openxmlformats.org/officeDocument/2006/relationships/notesSlide" Target="/ppt/notesSlides/notesSlide18.xml" Id="R668ead68894b4ab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553c6195ee4a08" /><Relationship Type="http://schemas.openxmlformats.org/officeDocument/2006/relationships/image" Target="/ppt/media/image.png" Id="R5e6e557e82f94a87" /><Relationship Type="http://schemas.openxmlformats.org/officeDocument/2006/relationships/image" Target="/ppt/media/image2.png" Id="R8a32f446161a49ee" /><Relationship Type="http://schemas.openxmlformats.org/officeDocument/2006/relationships/notesSlide" Target="/ppt/notesSlides/notesSlide19.xml" Id="R621164d61df9409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111" name="Picture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d6c3c97810417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0" y="3175"/>
            <a:ext cx="820738" cy="103981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100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337F934-6688-498A-9C3C-92200D39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7650"/>
            <a:ext cx="9144000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>
            <a:lvl1pPr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marR="0" indent="0" algn="ctr" defTabSz="91440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/>
              <a:buNone/>
            </a:pPr>
            <a:r>
              <a:rPr sz="1400" b="1" i="0" u="none" cap="none">
                <a:ln>
                  <a:noFill/>
                </a:ln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Санкт-Петербург 2026</a:t>
            </a:r>
          </a:p>
        </p:txBody>
      </p:sp>
      <p:sp>
        <p:nvSpPr>
          <p:cNvPr id="19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5E1E5D4-795B-4B6A-8BC9-B6584A22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" y="0"/>
            <a:ext cx="8497888" cy="836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342900" marR="0" indent="-342900" algn="ctr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Tx/>
              <a:buFont typeface="Wingdings"/>
              <a:buNone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</a:rPr>
              <a:t>Минобрнауки</a:t>
            </a: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</a:rPr>
              <a:t> России</a:t>
            </a:r>
          </a:p>
          <a:p xmlns:a="http://schemas.openxmlformats.org/drawingml/2006/main">
            <a:pPr marL="342900" marR="0" indent="-342900" algn="ctr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Tx/>
              <a:buFont typeface="Wingdings"/>
              <a:buNone/>
            </a:pPr>
            <a:r>
              <a:rPr sz="1200" b="0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</a:rPr>
              <a:t>федеральное государственное бюджетное образовательное учреждение</a:t>
            </a:r>
            <a:r>
              <a:rPr sz="1200" b="0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</a:rPr>
              <a:t>высшего</a:t>
            </a:r>
            <a:r>
              <a:rPr sz="1200" b="0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</a:rPr>
              <a:t>образования                                                    </a:t>
            </a: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</a:rPr>
              <a:t>Санкт-Петербургский государственный технологический институт (технический университет)</a:t>
            </a:r>
          </a:p>
        </p:txBody>
      </p:sp>
      <p:sp>
        <p:nvSpPr>
          <p:cNvPr id="20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33F0BC9-1D85-44D2-AFA9-99B465F1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76475"/>
            <a:ext cx="9144000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>
            <a:sp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 b="1">
                <a:latin typeface="Times New Roman"/>
                <a:ea typeface="Times New Roman"/>
                <a:cs typeface="Times New Roman"/>
              </a:rPr>
              <a:t>УЧЕБНАЯ ПРАКТИКА</a:t>
            </a:r>
          </a:p>
        </p:txBody>
      </p:sp>
      <p:sp>
        <p:nvSpPr>
          <p:cNvPr id="2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5654553-BF64-4F07-A77A-3B71A5CB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088" y="688975"/>
            <a:ext cx="7920037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>
            <a:sp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</a:rPr>
              <a:t>УГСН 09.00.00 «Информатика и вычислительная техника»</a:t>
            </a:r>
          </a:p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</a:rPr>
              <a:t>Направление подготовки: 09.03.01 «Информатика и вычислительная техника»</a:t>
            </a:r>
          </a:p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</a:rPr>
              <a:t>Направленность: Системы автоматизированного проектирования</a:t>
            </a:r>
          </a:p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</a:rPr>
              <a:t>Уровень подготовки: бакалавр</a:t>
            </a:r>
          </a:p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</a:rPr>
              <a:t>Форма обучения: очная</a:t>
            </a:r>
          </a:p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</a:rPr>
              <a:t>Факультет информационных технологий и управления</a:t>
            </a:r>
          </a:p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</a:rPr>
              <a:t>Кафедра систем автоматизированного проектирования и управления</a:t>
            </a:r>
          </a:p>
        </p:txBody>
      </p:sp>
      <p:sp>
        <p:nvSpPr>
          <p:cNvPr id="4104" name="Rectangle 1222">
            <a:extLst xmlns:a="http://schemas.openxmlformats.org/drawingml/2006/main">
              <a:ext uri="{FF2B5EF4-FFF2-40B4-BE49-F238E27FC236}">
                <a16:creationId xmlns:a16="http://schemas.microsoft.com/office/drawing/2014/main" id="{0991CA45-4EB6-45CB-A244-38E3A312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675" y="2781300"/>
            <a:ext cx="184150" cy="369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anchor="b">
            <a:spAutoFit/>
          </a:bodyPr>
          <a:lstStyle xmlns:a="http://schemas.openxmlformats.org/drawingml/2006/main">
            <a:lvl1pPr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  <p:sp>
        <p:nvSpPr>
          <p:cNvPr id="4105" name="Rectangle 1224">
            <a:extLst xmlns:a="http://schemas.openxmlformats.org/drawingml/2006/main">
              <a:ext uri="{FF2B5EF4-FFF2-40B4-BE49-F238E27FC236}">
                <a16:creationId xmlns:a16="http://schemas.microsoft.com/office/drawing/2014/main" id="{10651037-7205-40C8-A751-64A0CE04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675" y="2781300"/>
            <a:ext cx="184150" cy="369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anchor="b">
            <a:spAutoFit/>
          </a:bodyPr>
          <a:lstStyle xmlns:a="http://schemas.openxmlformats.org/drawingml/2006/main">
            <a:lvl1pPr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  <p:sp>
        <p:nvSpPr>
          <p:cNvPr id="410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C7310A4-C946-43EE-A4AA-9DD6E1BC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>
            <a:lvl1pPr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  <p:sp>
        <p:nvSpPr>
          <p:cNvPr id="4107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D19EA84-A758-48F3-8526-40B4BB8C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>
            <a:lvl1pPr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  <p:graphicFrame>
        <p:nvGraphicFramePr>
          <p:cNvPr id="4120" name="Group 58"/>
          <p:cNvGraphicFramePr/>
          <p:nvPr/>
        </p:nvGraphicFramePr>
        <p:xfrm>
          <a:off xmlns:a="http://schemas.openxmlformats.org/drawingml/2006/main" x="-6592" y="3823886"/>
          <a:ext xmlns:a="http://schemas.openxmlformats.org/drawingml/2006/main" cx="9144000" cy="8227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68538"/>
                <a:gridCol w="6875462"/>
              </a:tblGrid>
              <a:tr h="169166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/>
                        <a:buNone/>
                      </a:pPr>
                      <a:r>
                        <a:rPr sz="1400" b="1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Обучающийся</a:t>
                      </a:r>
                    </a:p>
                  </a:txBody>
                  <a:tcPr marL="91440" marR="91440" marT="45660" marB="45660" horzOverflow="overflow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/>
                        <a:buNone/>
                      </a:pPr>
                      <a:r>
                        <a:rPr sz="1400" b="1" i="1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Студент гр. __________  ______________________________</a:t>
                      </a:r>
                    </a:p>
                  </a:txBody>
                  <a:tcPr marL="91440" marR="91440" marT="45660" marB="45660" horzOverflow="overflow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5034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/>
                        <a:buNone/>
                      </a:pPr>
                      <a:r>
                        <a:rPr sz="1400" b="1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Руководитель</a:t>
                      </a:r>
                    </a:p>
                  </a:txBody>
                  <a:tcPr marL="91440" marR="91440" marT="45660" marB="45660" horzOverflow="overflow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Tx/>
                        <a:buNone/>
                      </a:pPr>
                      <a:r>
                        <a:rPr sz="1400" b="1" i="1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______________________________</a:t>
                      </a:r>
                    </a:p>
                  </a:txBody>
                  <a:tcPr marL="91440" marR="91440" marT="45660" marB="45660" horzOverflow="overflow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4121" name="Picture 1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51f2be638242c3"/>
          <a:srcRect xmlns:a="http://schemas.openxmlformats.org/drawingml/2006/main" l="3600" t="10747" r="34196" b="376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48675" y="-6437"/>
            <a:ext cx="701675" cy="688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" name="Google Shape;89;p13">
            <a:extLst xmlns:a="http://schemas.openxmlformats.org/drawingml/2006/main">
              <a:ext uri="{FF2B5EF4-FFF2-40B4-BE49-F238E27FC236}">
                <a16:creationId xmlns:a16="http://schemas.microsoft.com/office/drawing/2014/main" id="{97A336D8-47DC-41B5-9D5E-0E886853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2231" y="2852737"/>
            <a:ext cx="9144000" cy="66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94902" lnSpcReduction="10000"/>
          </a:bodyPr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0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</a:rPr>
              <a:t>«Разработка информационно-поисковой системы ThermoSelect для выбора теплообменных аппаратов»</a:t>
            </a:r>
          </a:p>
        </p:txBody>
      </p:sp>
    </p:spTree>
    <p:extLst>
      <p:ext uri="{BB962C8B-B14F-4D97-AF65-F5344CB8AC3E}">
        <p14:creationId xmlns:p14="http://schemas.microsoft.com/office/powerpoint/2010/main" val="25318618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259C684-65C0-46C2-BC84-C7CFE374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" y="6408738"/>
            <a:ext cx="7920038" cy="4048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</a:rPr>
              <a:t>ThermoSelect — информационно-поисковая система выбора теплообменников</a:t>
            </a:r>
          </a:p>
        </p:txBody>
      </p:sp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12C6544-F38A-4709-AC81-67451110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406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/>
                <a:ea typeface="Verdana"/>
                <a:cs typeface="Verdana"/>
              </a:rPr>
              <a:t>Актуальность работы</a:t>
            </a:r>
          </a:p>
        </p:txBody>
      </p:sp>
      <p:sp>
        <p:nvSpPr>
          <p:cNvPr id="6149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F73172F-1B85-4BAF-9E6D-3662377D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25" y="824123"/>
            <a:ext cx="9001571" cy="5540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285750">
              <a:buNone/>
            </a:pPr>
            <a:r>
              <a:rPr sz="1900">
                <a:latin typeface="Verdana"/>
                <a:ea typeface="Verdana"/>
                <a:cs typeface="Verdana"/>
              </a:rPr>
              <a:t>• Теплообменники применяются в отоплении, HVAC, холодильной технике, энергетике и промышленности.</a:t>
            </a:r>
          </a:p>
          <a:p xmlns:a="http://schemas.openxmlformats.org/drawingml/2006/main">
            <a:pPr marL="285750">
              <a:buNone/>
            </a:pPr>
            <a:r>
              <a:t/>
            </a:r>
          </a:p>
          <a:p xmlns:a="http://schemas.openxmlformats.org/drawingml/2006/main">
            <a:pPr marL="285750">
              <a:buNone/>
            </a:pPr>
            <a:r>
              <a:rPr sz="1900">
                <a:latin typeface="Verdana"/>
                <a:ea typeface="Verdana"/>
                <a:cs typeface="Verdana"/>
              </a:rPr>
              <a:t>• Каталоги производителей используют разные наборы характеристик и уровни детализации.</a:t>
            </a:r>
          </a:p>
          <a:p xmlns:a="http://schemas.openxmlformats.org/drawingml/2006/main">
            <a:pPr marL="285750">
              <a:buNone/>
            </a:pPr>
            <a:r>
              <a:t/>
            </a:r>
          </a:p>
          <a:p xmlns:a="http://schemas.openxmlformats.org/drawingml/2006/main">
            <a:pPr marL="285750">
              <a:buNone/>
            </a:pPr>
            <a:r>
              <a:rPr sz="1800">
                <a:latin typeface="Verdana"/>
                <a:ea typeface="Verdana"/>
                <a:cs typeface="Verdana"/>
              </a:rPr>
              <a:t>• Ручное сопоставление моделей занимает время и повышает риск ошибки.</a:t>
            </a:r>
          </a:p>
          <a:p xmlns:a="http://schemas.openxmlformats.org/drawingml/2006/main">
            <a:pPr marL="285750">
              <a:buNone/>
            </a:pPr>
            <a:r>
              <a:t/>
            </a:r>
          </a:p>
          <a:p xmlns:a="http://schemas.openxmlformats.org/drawingml/2006/main">
            <a:pPr marL="285750">
              <a:buNone/>
            </a:pPr>
            <a:r>
              <a:rPr sz="1800">
                <a:latin typeface="Verdana"/>
                <a:ea typeface="Verdana"/>
                <a:cs typeface="Verdana"/>
              </a:rPr>
              <a:t>• Требуется единая система строгого поиска, сравнения и проверки источников.</a:t>
            </a:r>
          </a:p>
        </p:txBody>
      </p:sp>
      <p:pic>
        <p:nvPicPr>
          <p:cNvPr id="6155" name="Picture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8f706c0da84dd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820738" cy="103981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156" name="Picture 1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05f81892db4245"/>
          <a:srcRect xmlns:a="http://schemas.openxmlformats.org/drawingml/2006/main" l="3600" t="10747" r="34196" b="376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48675" y="-6437"/>
            <a:ext cx="701675" cy="688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9125193-E0DE-4F42-B338-EBA68C04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769" y="6321464"/>
            <a:ext cx="909779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sz="1800" b="1" i="0" u="none" cap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2/1</a:t>
            </a:r>
            <a:r>
              <a:rPr b="1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90706235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259C684-65C0-46C2-BC84-C7CFE374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" y="6408738"/>
            <a:ext cx="7920038" cy="4048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</a:rPr>
              <a:t>ThermoSelect — информационно-поисковая система выбора теплообменников</a:t>
            </a:r>
          </a:p>
        </p:txBody>
      </p:sp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12C6544-F38A-4709-AC81-67451110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270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/>
                <a:ea typeface="Verdana"/>
                <a:cs typeface="Verdana"/>
              </a:rPr>
              <a:t>Цель и задачи работы</a:t>
            </a:r>
          </a:p>
        </p:txBody>
      </p:sp>
      <p:sp>
        <p:nvSpPr>
          <p:cNvPr id="6149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F73172F-1B85-4BAF-9E6D-3662377D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3475"/>
            <a:ext cx="9178925" cy="6054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buNone/>
            </a:pPr>
            <a:r>
              <a:rPr sz="1800"/>
              <a:t>Цель — разработать web-систему ThermoSelect для первичного выбора теплообменных аппаратов.</a:t>
            </a:r>
          </a:p>
          <a:p xmlns:a="http://schemas.openxmlformats.org/drawingml/2006/main">
            <a:pPr>
              <a:buNone/>
            </a:pPr>
            <a:r>
              <a:rPr sz="1800"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800">
                <a:latin typeface="Verdana"/>
                <a:ea typeface="Verdana"/>
                <a:cs typeface="Verdana"/>
              </a:rPr>
              <a:t>Задачи:</a:t>
            </a:r>
          </a:p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800">
                <a:latin typeface="Verdana"/>
                <a:ea typeface="Verdana"/>
                <a:cs typeface="Verdana"/>
              </a:rPr>
              <a:t>1) проанализировать предметную область и официальные каталоги;</a:t>
            </a:r>
          </a:p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800">
                <a:latin typeface="Verdana"/>
                <a:ea typeface="Verdana"/>
                <a:cs typeface="Verdana"/>
              </a:rPr>
              <a:t>2) спроектировать нормализованную базу данных;</a:t>
            </a:r>
          </a:p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800">
                <a:latin typeface="Verdana"/>
                <a:ea typeface="Verdana"/>
                <a:cs typeface="Verdana"/>
              </a:rPr>
              <a:t>3) реализовать авторизацию, каталог, фильтры, карточку и сравнение;</a:t>
            </a:r>
          </a:p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800">
                <a:latin typeface="Verdana"/>
                <a:ea typeface="Verdana"/>
                <a:cs typeface="Verdana"/>
              </a:rPr>
              <a:t>4) создать административные функции и Excel-выгрузку;</a:t>
            </a:r>
          </a:p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800">
                <a:latin typeface="Verdana"/>
                <a:ea typeface="Verdana"/>
                <a:cs typeface="Verdana"/>
              </a:rPr>
              <a:t>5) обеспечить безопасность, тестирование и сборку в один JAR.</a:t>
            </a:r>
          </a:p>
        </p:txBody>
      </p:sp>
      <p:pic>
        <p:nvPicPr>
          <p:cNvPr id="6156" name="Picture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e1c798adb146d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2" y="0"/>
            <a:ext cx="601663" cy="762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157" name="Picture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3b9b330eba454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0" y="3175"/>
            <a:ext cx="820738" cy="103981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158" name="Picture 1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1ff2cfe50842ef"/>
          <a:srcRect xmlns:a="http://schemas.openxmlformats.org/drawingml/2006/main" l="3600" t="10747" r="34196" b="376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48675" y="-6437"/>
            <a:ext cx="701675" cy="688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B64FF91-0630-4732-B955-0808E2C1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769" y="6321464"/>
            <a:ext cx="909779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3</a:t>
            </a:r>
            <a:r>
              <a:rPr sz="1800" b="1" i="0" u="none" cap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/1</a:t>
            </a:r>
            <a:r>
              <a:rPr b="1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25491493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259C684-65C0-46C2-BC84-C7CFE374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" y="6408738"/>
            <a:ext cx="7920038" cy="4048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</a:rPr>
              <a:t>ThermoSelect — информационно-поисковая система выбора теплообменников</a:t>
            </a:r>
          </a:p>
        </p:txBody>
      </p:sp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12C6544-F38A-4709-AC81-67451110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61" y="508121"/>
            <a:ext cx="7776442" cy="688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/>
                <a:ea typeface="Verdana"/>
                <a:cs typeface="Verdana"/>
              </a:rPr>
              <a:t>Формализованное описание задачи</a:t>
            </a:r>
          </a:p>
        </p:txBody>
      </p:sp>
      <p:pic>
        <p:nvPicPr>
          <p:cNvPr id="27" name="Picture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60ef8b55ad48e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01663" cy="762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9572F05-F4EA-4A9E-89A1-5F440B9F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6195" y="2518254"/>
            <a:ext cx="4214155" cy="12464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500">
                <a:latin typeface="Verdana"/>
                <a:ea typeface="Verdana"/>
                <a:cs typeface="Verdana"/>
              </a:rPr>
              <a:t>Выходные данные:</a:t>
            </a:r>
          </a:p>
          <a:p xmlns:a="http://schemas.openxmlformats.org/drawingml/2006/main">
            <a:r>
              <a:rPr sz="1500" i="1">
                <a:latin typeface="Verdana"/>
                <a:ea typeface="Verdana"/>
                <a:cs typeface="Verdana"/>
              </a:rPr>
              <a:t>Y = {H₁, H₂, …, Hₙ}</a:t>
            </a:r>
          </a:p>
          <a:p xmlns:a="http://schemas.openxmlformats.org/drawingml/2006/main">
            <a:r>
              <a:rPr sz="1500">
                <a:latin typeface="Verdana"/>
                <a:ea typeface="Verdana"/>
                <a:cs typeface="Verdana"/>
              </a:rPr>
              <a:t>Y — упорядоченный список опубликованных аппаратов, которые проходят все строгие ограничения.</a:t>
            </a:r>
          </a:p>
        </p:txBody>
      </p:sp>
      <p:pic>
        <p:nvPicPr>
          <p:cNvPr id="29" name="Picture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f9c278a0a1434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0" y="3175"/>
            <a:ext cx="820738" cy="103981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0" name="Picture 1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13093678d64792"/>
          <a:srcRect xmlns:a="http://schemas.openxmlformats.org/drawingml/2006/main" l="3600" t="10747" r="34196" b="376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48675" y="-6437"/>
            <a:ext cx="701675" cy="688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8E1DCDA-1D62-4B18-B7C4-590D702E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769" y="6321464"/>
            <a:ext cx="909779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4</a:t>
            </a:r>
            <a:r>
              <a:rPr sz="1800" b="1" i="0" u="none" cap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/1</a:t>
            </a:r>
            <a:r>
              <a:rPr b="1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9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F04A504-A635-4728-A6CB-5C57E8CE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5022899"/>
            <a:ext cx="8875072" cy="18697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500">
                <a:latin typeface="Verdana"/>
                <a:ea typeface="Verdana"/>
                <a:cs typeface="Verdana"/>
              </a:rPr>
              <a:t>Неизвестное обязательное значение исключает запись. После строгой фильтрации активные критерии нормализуются и формируют устойчивый порядок результатов.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64C7A745-6F31-4914-A5A7-9465347E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3" y="2518254"/>
            <a:ext cx="4828691" cy="240065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500">
                <a:latin typeface="Verdana"/>
                <a:ea typeface="Verdana"/>
                <a:cs typeface="Verdana"/>
              </a:rPr>
              <a:t>Входные переменные:</a:t>
            </a:r>
          </a:p>
          <a:p xmlns:a="http://schemas.openxmlformats.org/drawingml/2006/main">
            <a:r>
              <a:rPr sz="1500" i="1">
                <a:latin typeface="Verdana"/>
                <a:ea typeface="Verdana"/>
                <a:cs typeface="Verdana"/>
              </a:rPr>
              <a:t>X = {q, f, m, a, t, p, g, s}</a:t>
            </a:r>
          </a:p>
          <a:p xmlns:a="http://schemas.openxmlformats.org/drawingml/2006/main">
            <a:r>
              <a:rPr sz="1500" i="1">
                <a:latin typeface="Verdana"/>
                <a:ea typeface="Verdana"/>
                <a:cs typeface="Verdana"/>
              </a:rPr>
              <a:t>q — строка поиска;</a:t>
            </a:r>
          </a:p>
          <a:p xmlns:a="http://schemas.openxmlformats.org/drawingml/2006/main">
            <a:r>
              <a:rPr sz="1500" i="1">
                <a:latin typeface="Verdana"/>
                <a:ea typeface="Verdana"/>
                <a:cs typeface="Verdana"/>
              </a:rPr>
              <a:t>f — семейство;</a:t>
            </a:r>
          </a:p>
          <a:p xmlns:a="http://schemas.openxmlformats.org/drawingml/2006/main">
            <a:r>
              <a:rPr sz="1500" i="1">
                <a:latin typeface="Verdana"/>
                <a:ea typeface="Verdana"/>
                <a:cs typeface="Verdana"/>
              </a:rPr>
              <a:t>m — производитель;</a:t>
            </a:r>
          </a:p>
          <a:p xmlns:a="http://schemas.openxmlformats.org/drawingml/2006/main">
            <a:r>
              <a:rPr sz="1500" i="1">
                <a:latin typeface="Verdana"/>
                <a:ea typeface="Verdana"/>
                <a:cs typeface="Verdana"/>
              </a:rPr>
              <a:t>a — область применения;</a:t>
            </a:r>
          </a:p>
          <a:p xmlns:a="http://schemas.openxmlformats.org/drawingml/2006/main">
            <a:r>
              <a:rPr sz="1500">
                <a:latin typeface="Verdana"/>
                <a:ea typeface="Verdana"/>
                <a:cs typeface="Verdana"/>
              </a:rPr>
              <a:t>t, p, g, s — требования по температуре, давлению, расходу и площади.</a:t>
            </a:r>
          </a:p>
        </p:txBody>
      </p:sp>
    </p:spTree>
    <p:extLst>
      <p:ext uri="{BB962C8B-B14F-4D97-AF65-F5344CB8AC3E}">
        <p14:creationId xmlns:p14="http://schemas.microsoft.com/office/powerpoint/2010/main" val="217202465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259C684-65C0-46C2-BC84-C7CFE374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" y="6643727"/>
            <a:ext cx="7920038" cy="2110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</a:rPr>
              <a:t>ThermoSelect — информационно-поисковая система выбора теплообменников</a:t>
            </a:r>
          </a:p>
        </p:txBody>
      </p:sp>
      <p:pic>
        <p:nvPicPr>
          <p:cNvPr id="23" name="Picture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4342842994467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01663" cy="762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12C6544-F38A-4709-AC81-67451110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568" y="0"/>
            <a:ext cx="7990532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78571" lnSpcReduction="20000"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800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/>
                <a:ea typeface="Verdana"/>
                <a:cs typeface="Verdana"/>
              </a:rPr>
              <a:t>Функциональная структура программного комплекса</a:t>
            </a:r>
          </a:p>
        </p:txBody>
      </p:sp>
      <p:pic>
        <p:nvPicPr>
          <p:cNvPr id="25" name="Picture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2746a15d944a2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0" y="3175"/>
            <a:ext cx="820738" cy="103981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6" name="Picture 1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c108f5f0094d7f"/>
          <a:srcRect xmlns:a="http://schemas.openxmlformats.org/drawingml/2006/main" l="3600" t="10747" r="34196" b="376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48675" y="-6437"/>
            <a:ext cx="701675" cy="688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42B7D71-9713-490E-84DB-74644F47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769" y="6321464"/>
            <a:ext cx="909779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5</a:t>
            </a:r>
            <a:r>
              <a:rPr sz="1800" b="1" i="0" u="none" cap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/1</a:t>
            </a:r>
            <a:r>
              <a:rPr b="1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9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960E9FD-E396-7A0A-F324-13EFE889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265700" y="-236531"/>
            <a:ext cx="8073800" cy="4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ffbc4c76d745a6"/>
          <a:stretch xmlns:a="http://schemas.openxmlformats.org/drawingml/2006/main"/>
        </p:blipFill>
        <p:spPr>
          <a:xfrm xmlns:a="http://schemas.openxmlformats.org/drawingml/2006/main">
            <a:off x="714375" y="2470486"/>
            <a:ext cx="7715250" cy="215515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89742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259C684-65C0-46C2-BC84-C7CFE374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" y="6408738"/>
            <a:ext cx="7920038" cy="4048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</a:rPr>
              <a:t>ThermoSelect — информационно-поисковая система выбора теплообменников</a:t>
            </a:r>
          </a:p>
        </p:txBody>
      </p:sp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12C6544-F38A-4709-AC81-67451110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13" y="0"/>
            <a:ext cx="8015385" cy="4492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3854" lnSpcReduction="10000"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800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/>
                <a:ea typeface="Verdana"/>
                <a:cs typeface="Verdana"/>
              </a:rPr>
              <a:t>Блок-схема алгоритма подбора</a:t>
            </a:r>
          </a:p>
        </p:txBody>
      </p:sp>
      <p:pic>
        <p:nvPicPr>
          <p:cNvPr id="24" name="Picture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348b117be14bc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01663" cy="762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5" name="Picture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07ccdd2bf6453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0" y="3175"/>
            <a:ext cx="820738" cy="103981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6" name="Picture 1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1ab230050c44f8"/>
          <a:srcRect xmlns:a="http://schemas.openxmlformats.org/drawingml/2006/main" l="3600" t="10747" r="34196" b="376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48675" y="-6437"/>
            <a:ext cx="701675" cy="688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CE23EE6-2A88-439A-925D-F20E2B6F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769" y="6321464"/>
            <a:ext cx="909779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6</a:t>
            </a:r>
            <a:r>
              <a:rPr sz="1800" b="1" i="0" u="none" cap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/1</a:t>
            </a:r>
            <a:r>
              <a:rPr b="1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9</a:t>
            </a:r>
          </a:p>
        </p:txBody>
      </p:sp>
      <p:pic>
        <p:nvPicPr>
          <p:cNvPr id="28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b4e20586244606"/>
          <a:stretch xmlns:a="http://schemas.openxmlformats.org/drawingml/2006/main"/>
        </p:blipFill>
        <p:spPr>
          <a:xfrm xmlns:a="http://schemas.openxmlformats.org/drawingml/2006/main">
            <a:off x="476250" y="1553766"/>
            <a:ext cx="8191500" cy="460771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33038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E65658AB-215C-42B2-9363-9B15424F0B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66762" y="22523"/>
            <a:ext cx="7765678" cy="739477"/>
          </a:xfrm>
        </p:spPr>
        <p:txBody>
          <a:bodyPr xmlns:a="http://schemas.openxmlformats.org/drawingml/2006/main">
            <a:normAutofit fontScale="92791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/>
                <a:ea typeface="Verdana"/>
                <a:cs typeface="Verdana"/>
              </a:rPr>
              <a:t>UML-диаграмма вариантов использования</a:t>
            </a:r>
          </a:p>
        </p:txBody>
      </p:sp>
      <p:sp>
        <p:nvSpPr>
          <p:cNvPr id="7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EF39DA9-CE3C-4A33-B6D8-DF893594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" y="6408738"/>
            <a:ext cx="7920038" cy="4048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</a:rPr>
              <a:t>ThermoSelect — информационно-поисковая система выбора теплообменников</a:t>
            </a:r>
          </a:p>
        </p:txBody>
      </p:sp>
      <p:pic>
        <p:nvPicPr>
          <p:cNvPr id="24" name="Picture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6c96d1628742b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68" y="0"/>
            <a:ext cx="601663" cy="762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5" name="Picture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9cbfbdec0a424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0" y="3175"/>
            <a:ext cx="820738" cy="103981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6" name="Picture 1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0d66d65ea44634"/>
          <a:srcRect xmlns:a="http://schemas.openxmlformats.org/drawingml/2006/main" l="3600" t="10747" r="34196" b="376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48675" y="-6437"/>
            <a:ext cx="701675" cy="688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2CBBC52-8DFF-4902-8465-3E4FFA48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769" y="6321464"/>
            <a:ext cx="909779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7</a:t>
            </a:r>
            <a:r>
              <a:rPr sz="1800" b="1" i="0" u="none" cap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/1</a:t>
            </a:r>
            <a:r>
              <a:rPr b="1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9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7CE9D52-2E68-9120-9D46-5A9C79FE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190" y="980728"/>
            <a:ext cx="914400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0018946-E6B3-5133-D167-005F5A54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341" y="3503960"/>
            <a:ext cx="914400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e55096f14e4fbd"/>
          <a:stretch xmlns:a="http://schemas.openxmlformats.org/drawingml/2006/main"/>
        </p:blipFill>
        <p:spPr>
          <a:xfrm xmlns:a="http://schemas.openxmlformats.org/drawingml/2006/main">
            <a:off x="2584878" y="1000125"/>
            <a:ext cx="3974243" cy="5095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88728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C0B6DBE-8AEE-417B-BB51-88E3B58654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-6436"/>
            <a:ext cx="8229600" cy="7711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600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/>
                <a:ea typeface="Verdana"/>
                <a:cs typeface="Verdana"/>
              </a:rPr>
              <a:t>Концептуальная модель базы данных</a:t>
            </a:r>
          </a:p>
        </p:txBody>
      </p:sp>
      <p:sp>
        <p:nvSpPr>
          <p:cNvPr id="7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259C684-65C0-46C2-BC84-C7CFE374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" y="6408738"/>
            <a:ext cx="7920038" cy="4048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</a:rPr>
              <a:t>ThermoSelect — информационно-поисковая система выбора теплообменников</a:t>
            </a:r>
          </a:p>
        </p:txBody>
      </p:sp>
      <p:pic>
        <p:nvPicPr>
          <p:cNvPr id="27" name="Picture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39e3866682488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0"/>
            <a:ext cx="502012" cy="63579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8" name="Picture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3c501696954cd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0" y="3175"/>
            <a:ext cx="820738" cy="103981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9" name="Picture 1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a610723ed949c2"/>
          <a:srcRect xmlns:a="http://schemas.openxmlformats.org/drawingml/2006/main" l="3600" t="10747" r="34196" b="376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48675" y="-6437"/>
            <a:ext cx="701675" cy="688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E3F5BD6E-E0A2-497B-9E79-A98FFF25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769" y="6321464"/>
            <a:ext cx="909779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8</a:t>
            </a:r>
            <a:r>
              <a:rPr sz="1800" b="1" i="0" u="none" cap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/1</a:t>
            </a:r>
            <a:r>
              <a:rPr b="1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9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6976ca525f4867"/>
          <a:stretch xmlns:a="http://schemas.openxmlformats.org/drawingml/2006/main"/>
        </p:blipFill>
        <p:spPr>
          <a:xfrm xmlns:a="http://schemas.openxmlformats.org/drawingml/2006/main">
            <a:off x="762000" y="1006443"/>
            <a:ext cx="7620000" cy="50832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6796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0BC4E9C-6A15-4343-B4F7-18764BADC0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-6437"/>
            <a:ext cx="8229600" cy="7711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600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/>
                <a:ea typeface="Verdana"/>
                <a:cs typeface="Verdana"/>
              </a:rPr>
              <a:t>Даталогическая модель базы данных</a:t>
            </a:r>
          </a:p>
        </p:txBody>
      </p:sp>
      <p:sp>
        <p:nvSpPr>
          <p:cNvPr id="7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259C684-65C0-46C2-BC84-C7CFE374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" y="6408738"/>
            <a:ext cx="7920038" cy="4048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</a:rPr>
              <a:t>ThermoSelect — информационно-поисковая система выбора теплообменников</a:t>
            </a:r>
          </a:p>
        </p:txBody>
      </p:sp>
      <p:pic>
        <p:nvPicPr>
          <p:cNvPr id="25" name="Picture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6a496a00d1491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0"/>
            <a:ext cx="502012" cy="63579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6" name="Picture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d3f72f9b0e458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0" y="3175"/>
            <a:ext cx="820738" cy="103981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7" name="Picture 1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f3eff0174f4c89"/>
          <a:srcRect xmlns:a="http://schemas.openxmlformats.org/drawingml/2006/main" l="3600" t="10747" r="34196" b="376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48675" y="-6437"/>
            <a:ext cx="701675" cy="688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5EE9285-E57B-48C3-8808-0A8B4942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769" y="6321464"/>
            <a:ext cx="909779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9</a:t>
            </a:r>
            <a:r>
              <a:rPr sz="1800" b="1" i="0" u="none" cap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/1</a:t>
            </a:r>
            <a:r>
              <a:rPr b="1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9</a:t>
            </a:r>
          </a:p>
        </p:txBody>
      </p:sp>
      <p:pic>
        <p:nvPicPr>
          <p:cNvPr id="29" name="Рисунок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ad917fb4154d77"/>
          <a:stretch xmlns:a="http://schemas.openxmlformats.org/drawingml/2006/main"/>
        </p:blipFill>
        <p:spPr>
          <a:xfrm xmlns:a="http://schemas.openxmlformats.org/drawingml/2006/main">
            <a:off x="863340" y="1128182"/>
            <a:ext cx="7417320" cy="494803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70437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8D4CB13-8C1B-4802-889D-366D9749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-50800"/>
            <a:ext cx="9144000" cy="8875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ea typeface="Verdana"/>
                <a:cs typeface="Verdana"/>
              </a:rPr>
              <a:t>Сравнение реляционных СУБД</a:t>
            </a:r>
          </a:p>
        </p:txBody>
      </p:sp>
      <p:pic>
        <p:nvPicPr>
          <p:cNvPr id="21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54103035dd4ab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9049"/>
            <a:ext cx="523875" cy="676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1F5B896E-39B9-4B42-86FB-32287314AC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93527" y="5542985"/>
            <a:ext cx="8412483" cy="82211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500">
                <a:latin typeface="Verdana"/>
                <a:ea typeface="Verdana"/>
                <a:cs typeface="Verdana"/>
              </a:rPr>
              <a:t>PostgreSQL выбрана за ограничения целостности, MVCC и предсказуемую транзакционную модель. H2 используется только для тестов и локального запуска.</a:t>
            </a:r>
          </a:p>
        </p:txBody>
      </p:sp>
      <p:sp>
        <p:nvSpPr>
          <p:cNvPr id="11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7738583-2BBB-40BB-9C09-FFACE722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" y="6408738"/>
            <a:ext cx="7920038" cy="4048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</a:rPr>
              <a:t>ThermoSelect — информационно-поисковая система выбора теплообменников</a:t>
            </a:r>
          </a:p>
        </p:txBody>
      </p:sp>
      <p:pic>
        <p:nvPicPr>
          <p:cNvPr id="24" name="Picture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64e54f4e5742b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0" y="3175"/>
            <a:ext cx="820738" cy="103981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5" name="Picture 1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241474e67448a7"/>
          <a:srcRect xmlns:a="http://schemas.openxmlformats.org/drawingml/2006/main" l="3600" t="10747" r="34196" b="376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48675" y="-6437"/>
            <a:ext cx="701675" cy="688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10511F25-15A4-425A-A38F-0E4E8380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0393" y="6321464"/>
            <a:ext cx="102315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10</a:t>
            </a:r>
            <a:r>
              <a:rPr sz="1800" b="1" i="0" u="none" cap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/1</a:t>
            </a:r>
            <a:r>
              <a:rPr b="1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9</a:t>
            </a:r>
          </a:p>
        </p:txBody>
      </p:sp>
      <p:graphicFrame>
        <p:nvGraphicFramePr>
          <p:cNvPr id="27" name="Таблица 2"/>
          <p:cNvGraphicFramePr/>
          <p:nvPr/>
        </p:nvGraphicFramePr>
        <p:xfrm>
          <a:off xmlns:a="http://schemas.openxmlformats.org/drawingml/2006/main" x="503300" y="1085057"/>
          <a:ext xmlns:a="http://schemas.openxmlformats.org/drawingml/2006/main" cx="8232650" cy="4592677"/>
        </p:xfrm>
        <a:graphic xmlns:a="http://schemas.openxmlformats.org/drawingml/2006/main"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118729"/>
                <a:gridCol w="3247249"/>
                <a:gridCol w="2866672"/>
              </a:tblGrid>
              <a:tr h="30895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600" b="1"/>
                        <a:t>СУБД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600" b="1"/>
                        <a:t>Преимущества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600" b="1"/>
                        <a:t>Вывод</a:t>
                      </a:r>
                    </a:p>
                  </a:txBody>
                  <a:tcPr marL="68580" marR="68580" marT="0" marB="0"/>
                </a:tc>
              </a:tr>
              <a:tr h="134655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/>
                        <a:t>PostgreSQL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/>
                        <a:t>MVCC, ограничения, транзакции, зрелая Java-интеграция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/>
                        <a:t>Выбрана для эксплуатации</a:t>
                      </a:r>
                    </a:p>
                  </a:txBody>
                  <a:tcPr marL="68580" marR="68580" marT="0" marB="0"/>
                </a:tc>
              </a:tr>
              <a:tr h="134655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/>
                        <a:t>MySQL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/>
                        <a:t>Высокая распространённость, InnoDB, удобное администрирование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/>
                        <a:t>Допустимая альтернатива</a:t>
                      </a:r>
                    </a:p>
                  </a:txBody>
                  <a:tcPr marL="68580" marR="68580" marT="0" marB="0"/>
                </a:tc>
              </a:tr>
              <a:tr h="100069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/>
                        <a:t>SQLite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/>
                        <a:t>Минимальная установка, один файл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/>
                        <a:t>Не для многопользовательского сервера</a:t>
                      </a: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787557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0E0FA6C-D00A-4899-986E-DAFA19AA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-50800"/>
            <a:ext cx="9144000" cy="8875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ea typeface="Verdana"/>
                <a:cs typeface="Verdana"/>
              </a:rPr>
              <a:t>Сравнение технологических стеков</a:t>
            </a:r>
          </a:p>
        </p:txBody>
      </p:sp>
      <p:pic>
        <p:nvPicPr>
          <p:cNvPr id="21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48ba6acfc64d9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9049"/>
            <a:ext cx="523875" cy="676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AC0B9FE0-D4D8-48AB-AAAD-2F56E0C411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93527" y="5542985"/>
            <a:ext cx="8412483" cy="82211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500">
                <a:latin typeface="Verdana"/>
                <a:ea typeface="Verdana"/>
                <a:cs typeface="Verdana"/>
              </a:rPr>
              <a:t>React + Spring Boot выбраны за компонентный UI, типизированную серверную модель, Spring Security, интеграционные тесты и поставку в одном исполняемом JAR.</a:t>
            </a:r>
          </a:p>
        </p:txBody>
      </p:sp>
      <p:sp>
        <p:nvSpPr>
          <p:cNvPr id="11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7738583-2BBB-40BB-9C09-FFACE722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" y="6408738"/>
            <a:ext cx="7920038" cy="4048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</a:rPr>
              <a:t>ThermoSelect — информационно-поисковая система выбора теплообменников</a:t>
            </a:r>
          </a:p>
        </p:txBody>
      </p:sp>
      <p:pic>
        <p:nvPicPr>
          <p:cNvPr id="24" name="Picture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2bffacced44db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0" y="3175"/>
            <a:ext cx="820738" cy="103981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5" name="Picture 1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a22deb2bc34615"/>
          <a:srcRect xmlns:a="http://schemas.openxmlformats.org/drawingml/2006/main" l="3600" t="10747" r="34196" b="376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48675" y="-6437"/>
            <a:ext cx="701675" cy="688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10511F25-15A4-425A-A38F-0E4E8380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0393" y="6321464"/>
            <a:ext cx="102315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1</a:t>
            </a:r>
            <a:r>
              <a:rPr b="1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1</a:t>
            </a:r>
            <a:r>
              <a:rPr sz="1800" b="1" i="0" u="none" cap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/1</a:t>
            </a:r>
            <a:r>
              <a:rPr b="1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9</a:t>
            </a:r>
          </a:p>
        </p:txBody>
      </p:sp>
      <p:graphicFrame>
        <p:nvGraphicFramePr>
          <p:cNvPr id="27" name="Таблица 3"/>
          <p:cNvGraphicFramePr/>
          <p:nvPr/>
        </p:nvGraphicFramePr>
        <p:xfrm>
          <a:off xmlns:a="http://schemas.openxmlformats.org/drawingml/2006/main" x="395536" y="1196752"/>
          <a:ext xmlns:a="http://schemas.openxmlformats.org/drawingml/2006/main" cx="8496944" cy="3923246"/>
        </p:xfrm>
        <a:graphic xmlns:a="http://schemas.openxmlformats.org/drawingml/2006/main"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832315"/>
                <a:gridCol w="2963246"/>
                <a:gridCol w="2701383"/>
              </a:tblGrid>
              <a:tr h="36694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Вариант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Сильные стороны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Ограничения</a:t>
                      </a:r>
                    </a:p>
                  </a:txBody>
                  <a:tcPr marL="68580" marR="68580" marT="0" marB="0"/>
                </a:tc>
              </a:tr>
              <a:tr h="77618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React + Spring Boot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Экосистема, Security, JPA, Maven/JAR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Требуются Java и JavaScript</a:t>
                      </a:r>
                    </a:p>
                  </a:txBody>
                  <a:tcPr marL="68580" marR="68580" marT="0" marB="0"/>
                </a:tc>
              </a:tr>
              <a:tr h="159468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Vue + NestJS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Низкий порог входа, единый TypeScript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Отдельная Node.js-поставка</a:t>
                      </a:r>
                    </a:p>
                  </a:txBody>
                  <a:tcPr marL="68580" marR="68580" marT="0" marB="0"/>
                </a:tc>
              </a:tr>
              <a:tr h="118543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Angular + ASP.NET Core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Строгая структура, зрелый сервер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Тяжелее для срока практики</a:t>
                      </a: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135029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ECE3C38-A425-224E-AC53-21C98EC4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520" y="0"/>
            <a:ext cx="8892480" cy="10525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/>
                <a:ea typeface="Verdana"/>
                <a:cs typeface="Verdana"/>
              </a:rPr>
              <a:t>Архитектура ThermoSelect</a:t>
            </a:r>
          </a:p>
        </p:txBody>
      </p:sp>
      <p:sp>
        <p:nvSpPr>
          <p:cNvPr id="24579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DC33E7E-DB68-478C-847E-1B9CA7EA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>
            <a:lvl1pPr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spcBef>
                <a:spcPct val="0"/>
              </a:spcBef>
              <a:buFontTx/>
              <a:buNone/>
            </a:pPr>
          </a:p>
        </p:txBody>
      </p:sp>
      <p:pic>
        <p:nvPicPr>
          <p:cNvPr id="24586" name="Рисунок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0fcde3e1b54dc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23875" cy="676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5E0548B-8CFC-40F0-9921-68418ECD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" y="6408738"/>
            <a:ext cx="7920038" cy="4048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</a:rPr>
              <a:t>ThermoSelect — информационно-поисковая система выбора теплообменников</a:t>
            </a:r>
          </a:p>
        </p:txBody>
      </p:sp>
      <p:pic>
        <p:nvPicPr>
          <p:cNvPr id="24588" name="Picture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0b7d26eaba42a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0" y="3175"/>
            <a:ext cx="820738" cy="103981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4589" name="Picture 1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0a63373c7f4d57"/>
          <a:srcRect xmlns:a="http://schemas.openxmlformats.org/drawingml/2006/main" l="3600" t="10747" r="34196" b="376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48675" y="-6437"/>
            <a:ext cx="701675" cy="688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31C2C93-D5A8-4F62-96A8-91E51126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0393" y="6321464"/>
            <a:ext cx="102315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1</a:t>
            </a:r>
            <a:r>
              <a:rPr b="1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2</a:t>
            </a:r>
            <a:r>
              <a:rPr sz="1800" b="1" i="0" u="none" cap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/1</a:t>
            </a:r>
            <a:r>
              <a:rPr sz="1800" b="1" i="0" u="none" cap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9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4E1FE62-EB94-A953-2DF3-162C5177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610520" y="-80024"/>
            <a:ext cx="6214610" cy="45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245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4fa04b51144a22"/>
          <a:stretch xmlns:a="http://schemas.openxmlformats.org/drawingml/2006/main"/>
        </p:blipFill>
        <p:spPr>
          <a:xfrm xmlns:a="http://schemas.openxmlformats.org/drawingml/2006/main">
            <a:off x="714375" y="2470486"/>
            <a:ext cx="7715250" cy="215515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07253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2950527-76E9-45D9-AFB5-FA56ED6B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12" y="10270"/>
            <a:ext cx="8658101" cy="10398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00B050"/>
                </a:solidFill>
                <a:latin typeface="Verdana"/>
                <a:ea typeface="Verdana"/>
                <a:cs typeface="Verdana"/>
              </a:rPr>
              <a:t>Характеристика программного обеспечения</a:t>
            </a:r>
          </a:p>
        </p:txBody>
      </p:sp>
      <p:sp>
        <p:nvSpPr>
          <p:cNvPr id="17411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56A9E4F-7880-46EA-82EE-E116F0B7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16113"/>
            <a:ext cx="9144000" cy="223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</a:p>
        </p:txBody>
      </p:sp>
      <p:graphicFrame>
        <p:nvGraphicFramePr>
          <p:cNvPr id="17418" name="Таблица 4"/>
          <p:cNvGraphicFramePr/>
          <p:nvPr/>
        </p:nvGraphicFramePr>
        <p:xfrm>
          <a:off xmlns:a="http://schemas.openxmlformats.org/drawingml/2006/main" x="542617" y="1216088"/>
          <a:ext xmlns:a="http://schemas.openxmlformats.org/drawingml/2006/main" cx="8075613" cy="480519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20282"/>
                <a:gridCol w="3755331"/>
              </a:tblGrid>
              <a:tr h="242233">
                <a:tc>
                  <a:txBody>
                    <a:bodyPr/>
                    <a:lstStyle/>
                    <a:p>
                      <a:pPr marL="0" marR="0" indent="0" algn="ctr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</a:rPr>
                        <a:t>Показатель</a:t>
                      </a: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Verdana"/>
                          <a:ea typeface="Verdana"/>
                          <a:cs typeface="Verdana"/>
                        </a:rPr>
                        <a:t>Значение</a:t>
                      </a: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4466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</a:rPr>
                        <a:t>Интерфейс</a:t>
                      </a: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Verdana"/>
                          <a:ea typeface="Verdana"/>
                          <a:cs typeface="Verdana"/>
                        </a:rPr>
                        <a:t>React 19, Router, адаптивный CSS</a:t>
                      </a: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233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</a:rPr>
                        <a:t>Сборщик frontend</a:t>
                      </a: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Verdana"/>
                          <a:ea typeface="Verdana"/>
                          <a:cs typeface="Verdana"/>
                        </a:rPr>
                        <a:t>Vite 8</a:t>
                      </a: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233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</a:rPr>
                        <a:t>Backend</a:t>
                      </a: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Verdana"/>
                          <a:ea typeface="Verdana"/>
                          <a:cs typeface="Verdana"/>
                        </a:rPr>
                        <a:t>Spring Boot 4.1, Java</a:t>
                      </a: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233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</a:rPr>
                        <a:t>Безопасность</a:t>
                      </a: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Verdana"/>
                          <a:ea typeface="Verdana"/>
                          <a:cs typeface="Verdana"/>
                        </a:rPr>
                        <a:t>Spring Security, CSRF, BCrypt</a:t>
                      </a: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233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</a:rPr>
                        <a:t>Доступ</a:t>
                      </a: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Verdana"/>
                          <a:ea typeface="Verdana"/>
                          <a:cs typeface="Verdana"/>
                        </a:rPr>
                        <a:t>USER и ADMIN</a:t>
                      </a: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233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</a:rPr>
                        <a:t>База данных</a:t>
                      </a: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Verdana"/>
                          <a:ea typeface="Verdana"/>
                          <a:cs typeface="Verdana"/>
                        </a:rPr>
                        <a:t>PostgreSQL / файловая H2</a:t>
                      </a: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233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</a:rPr>
                        <a:t>Миграции</a:t>
                      </a: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Verdana"/>
                          <a:ea typeface="Verdana"/>
                          <a:cs typeface="Verdana"/>
                        </a:rPr>
                        <a:t>Flyway, Hibernate validate</a:t>
                      </a: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233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</a:rPr>
                        <a:t>Каталог</a:t>
                      </a: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Verdana"/>
                          <a:ea typeface="Verdana"/>
                          <a:cs typeface="Verdana"/>
                        </a:rPr>
                        <a:t>50 аппаратов, 4 семейства</a:t>
                      </a: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233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</a:rPr>
                        <a:t>Поиск</a:t>
                      </a: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Verdana"/>
                          <a:ea typeface="Verdana"/>
                          <a:cs typeface="Verdana"/>
                        </a:rPr>
                        <a:t>Строгая фильтрация и ранжирование</a:t>
                      </a: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5004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</a:rPr>
                        <a:t>Сравнение</a:t>
                      </a: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Verdana"/>
                          <a:ea typeface="Verdana"/>
                          <a:cs typeface="Verdana"/>
                        </a:rPr>
                        <a:t>До 4 моделей</a:t>
                      </a: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4466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</a:rPr>
                        <a:t>Экспорт</a:t>
                      </a: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Verdana"/>
                          <a:ea typeface="Verdana"/>
                          <a:cs typeface="Verdana"/>
                        </a:rPr>
                        <a:t>Excel по фильтрам</a:t>
                      </a: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233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</a:rPr>
                        <a:t>Администрирование</a:t>
                      </a: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Verdana"/>
                          <a:ea typeface="Verdana"/>
                          <a:cs typeface="Verdana"/>
                        </a:rPr>
                        <a:t>CRUD, статусы, optimistic locking</a:t>
                      </a: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233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</a:rPr>
                        <a:t>Тестирование</a:t>
                      </a: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Verdana"/>
                          <a:ea typeface="Verdana"/>
                          <a:cs typeface="Verdana"/>
                        </a:rPr>
                        <a:t>JUnit, MockMvc, Vitest</a:t>
                      </a: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4466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</a:rPr>
                        <a:t>Поставка</a:t>
                      </a: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</a:rPr>
                        <a:t>Единый исполняемый JAR</a:t>
                      </a: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233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Verdana"/>
                          <a:ea typeface="Verdana"/>
                          <a:cs typeface="Verdana"/>
                        </a:rPr>
                        <a:t>Язык интерфейса</a:t>
                      </a: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Verdana"/>
                          <a:ea typeface="Verdana"/>
                          <a:cs typeface="Verdana"/>
                        </a:rPr>
                        <a:t>Русский</a:t>
                      </a:r>
                    </a:p>
                  </a:txBody>
                  <a:tcPr marL="58558" marR="58558" marT="0" marB="0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7419" name="Picture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a56b90b8fd455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01662" cy="762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B9F4123-C4A3-428F-95A8-4A6D846B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" y="6408738"/>
            <a:ext cx="7920038" cy="4048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</a:rPr>
              <a:t>ThermoSelect — информационно-поисковая система выбора теплообменников</a:t>
            </a:r>
          </a:p>
        </p:txBody>
      </p:sp>
      <p:pic>
        <p:nvPicPr>
          <p:cNvPr id="17421" name="Picture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c6c4ec80d04db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0" y="3175"/>
            <a:ext cx="820738" cy="103981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422" name="Picture 1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0e926654514b16"/>
          <a:srcRect xmlns:a="http://schemas.openxmlformats.org/drawingml/2006/main" l="3600" t="10747" r="34196" b="376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48675" y="-6437"/>
            <a:ext cx="701675" cy="688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D753F7E-920B-42A3-8E5B-087DB464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0393" y="6321464"/>
            <a:ext cx="102315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1</a:t>
            </a:r>
            <a:r>
              <a:rPr b="1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3</a:t>
            </a:r>
            <a:r>
              <a:rPr sz="1800" b="1" i="0" u="none" cap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/1</a:t>
            </a:r>
            <a:r>
              <a:rPr sz="1800" b="1" i="0" u="none" cap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91741595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D71E647-BAC0-495B-87C4-ACBB7EEC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6437"/>
            <a:ext cx="9144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2308" lnSpcReduction="10000"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/>
                <a:ea typeface="Verdana"/>
                <a:cs typeface="Verdana"/>
              </a:rPr>
              <a:t>Минимальные системные требования</a:t>
            </a:r>
          </a:p>
        </p:txBody>
      </p:sp>
      <p:sp>
        <p:nvSpPr>
          <p:cNvPr id="31747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BCF4C01-A093-4400-BA5A-F6976D02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195513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>
            <a:lvl1pPr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spcBef>
                <a:spcPct val="0"/>
              </a:spcBef>
              <a:buFontTx/>
              <a:buNone/>
            </a:pPr>
            <a:r>
              <a:rPr sz="1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br/>
          </a:p>
          <a:p xmlns:a="http://schemas.openxmlformats.org/drawingml/2006/main">
            <a:pPr>
              <a:spcBef>
                <a:spcPct val="0"/>
              </a:spcBef>
              <a:buFontTx/>
              <a:buNone/>
            </a:pPr>
          </a:p>
        </p:txBody>
      </p:sp>
      <p:pic>
        <p:nvPicPr>
          <p:cNvPr id="31754" name="Рисунок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8d025fcd24470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23875" cy="676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graphicFrame>
        <p:nvGraphicFramePr>
          <p:cNvPr id="31755" name="Таблица 2"/>
          <p:cNvGraphicFramePr/>
          <p:nvPr/>
        </p:nvGraphicFramePr>
        <p:xfrm>
          <a:off xmlns:a="http://schemas.openxmlformats.org/drawingml/2006/main" x="822325" y="1628775"/>
          <a:ext xmlns:a="http://schemas.openxmlformats.org/drawingml/2006/main" cx="7040564" cy="2800681"/>
        </p:xfrm>
        <a:graphic xmlns:a="http://schemas.openxmlformats.org/drawingml/2006/main"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20282"/>
                <a:gridCol w="3520282"/>
              </a:tblGrid>
              <a:tr h="2774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Verdana"/>
                          <a:ea typeface="Verdana"/>
                          <a:cs typeface="Verdana"/>
                        </a:rPr>
                        <a:t>Показатель</a:t>
                      </a:r>
                    </a:p>
                  </a:txBody>
                  <a:tcPr marL="68585" marR="6858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Verdana"/>
                          <a:ea typeface="Verdana"/>
                          <a:cs typeface="Verdana"/>
                        </a:rPr>
                        <a:t>Значение</a:t>
                      </a:r>
                    </a:p>
                  </a:txBody>
                  <a:tcPr marL="68585" marR="6858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5480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Verdana"/>
                          <a:ea typeface="Verdana"/>
                          <a:cs typeface="Verdana"/>
                        </a:rPr>
                        <a:t>Процессор</a:t>
                      </a:r>
                    </a:p>
                  </a:txBody>
                  <a:tcPr marL="68585" marR="6858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Verdana"/>
                          <a:ea typeface="Verdana"/>
                          <a:cs typeface="Verdana"/>
                        </a:rPr>
                        <a:t>x86-64, 2 ядра</a:t>
                      </a:r>
                    </a:p>
                  </a:txBody>
                  <a:tcPr marL="68585" marR="6858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7748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Verdana"/>
                          <a:ea typeface="Verdana"/>
                          <a:cs typeface="Verdana"/>
                        </a:rPr>
                        <a:t>Оперативная память</a:t>
                      </a:r>
                    </a:p>
                  </a:txBody>
                  <a:tcPr marL="68585" marR="6858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Verdana"/>
                          <a:ea typeface="Verdana"/>
                          <a:cs typeface="Verdana"/>
                        </a:rPr>
                        <a:t>4 ГБ; рекомендуется 8 ГБ</a:t>
                      </a:r>
                    </a:p>
                  </a:txBody>
                  <a:tcPr marL="68585" marR="6858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7748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Verdana"/>
                          <a:ea typeface="Verdana"/>
                          <a:cs typeface="Verdana"/>
                        </a:rPr>
                        <a:t>Диск</a:t>
                      </a:r>
                    </a:p>
                  </a:txBody>
                  <a:tcPr marL="68585" marR="6858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Verdana"/>
                          <a:ea typeface="Verdana"/>
                          <a:cs typeface="Verdana"/>
                        </a:rPr>
                        <a:t>500 МБ для JAR и локальных данных</a:t>
                      </a:r>
                    </a:p>
                  </a:txBody>
                  <a:tcPr marL="68585" marR="6858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68560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Verdana"/>
                          <a:ea typeface="Verdana"/>
                          <a:cs typeface="Verdana"/>
                        </a:rPr>
                        <a:t>Операционная система</a:t>
                      </a:r>
                    </a:p>
                  </a:txBody>
                  <a:tcPr marL="68585" marR="6858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Verdana"/>
                          <a:ea typeface="Verdana"/>
                          <a:cs typeface="Verdana"/>
                        </a:rPr>
                        <a:t>Windows 10/11, Linux или macOS</a:t>
                      </a:r>
                    </a:p>
                  </a:txBody>
                  <a:tcPr marL="68585" marR="6858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7748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Verdana"/>
                          <a:ea typeface="Verdana"/>
                          <a:cs typeface="Verdana"/>
                        </a:rPr>
                        <a:t>Среда выполнения</a:t>
                      </a:r>
                    </a:p>
                  </a:txBody>
                  <a:tcPr marL="68585" marR="6858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Verdana"/>
                          <a:ea typeface="Verdana"/>
                          <a:cs typeface="Verdana"/>
                        </a:rPr>
                        <a:t>Java 25 или совместимая версия проекта</a:t>
                      </a:r>
                    </a:p>
                  </a:txBody>
                  <a:tcPr marL="68585" marR="6858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504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Verdana"/>
                          <a:ea typeface="Verdana"/>
                          <a:cs typeface="Verdana"/>
                        </a:rPr>
                        <a:t>Клиент</a:t>
                      </a:r>
                    </a:p>
                  </a:txBody>
                  <a:tcPr marL="68585" marR="6858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Verdana"/>
                          <a:ea typeface="Verdana"/>
                          <a:cs typeface="Verdana"/>
                        </a:rPr>
                        <a:t>Современный браузер с JavaScript</a:t>
                      </a:r>
                    </a:p>
                  </a:txBody>
                  <a:tcPr marL="68585" marR="6858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32DC219-E0A5-4D3A-9AC3-2725E085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" y="6408738"/>
            <a:ext cx="7920038" cy="4048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</a:rPr>
              <a:t>ThermoSelect — информационно-поисковая система выбора теплообменников</a:t>
            </a:r>
          </a:p>
        </p:txBody>
      </p:sp>
      <p:pic>
        <p:nvPicPr>
          <p:cNvPr id="31757" name="Picture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14f02e2421416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0" y="3175"/>
            <a:ext cx="820738" cy="103981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1758" name="Picture 1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c14d16f2fe4eff"/>
          <a:srcRect xmlns:a="http://schemas.openxmlformats.org/drawingml/2006/main" l="3600" t="10747" r="34196" b="376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48675" y="-6437"/>
            <a:ext cx="701675" cy="688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7FD628D-5679-408B-970E-452AE184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0393" y="6321464"/>
            <a:ext cx="102315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1</a:t>
            </a:r>
            <a:r>
              <a:rPr b="1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4</a:t>
            </a:r>
            <a:r>
              <a:rPr sz="1800" b="1" i="0" u="none" cap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/1</a:t>
            </a:r>
            <a:r>
              <a:rPr b="1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55901095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198541C-1280-4AB2-BDBE-FA286BD2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568" y="-6437"/>
            <a:ext cx="7765107" cy="4111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0453" lnSpcReduction="20000"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/>
                <a:ea typeface="Verdana"/>
                <a:cs typeface="Verdana"/>
              </a:rPr>
              <a:t>Пользовательский сценарий: каталог и карточка</a:t>
            </a:r>
          </a:p>
        </p:txBody>
      </p:sp>
      <p:pic>
        <p:nvPicPr>
          <p:cNvPr id="18" name="Рисунок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3c54777b7c4ab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23875" cy="676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7889FE4-06D3-424A-9B9B-A86C5351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" y="6408738"/>
            <a:ext cx="7920038" cy="4048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</a:rPr>
              <a:t>ThermoSelect — информационно-поисковая система выбора теплообменников</a:t>
            </a:r>
          </a:p>
        </p:txBody>
      </p:sp>
      <p:pic>
        <p:nvPicPr>
          <p:cNvPr id="20" name="Picture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71503a42e24f4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0" y="3175"/>
            <a:ext cx="820738" cy="103981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" name="Picture 1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ee7c09b8ff43a2"/>
          <a:srcRect xmlns:a="http://schemas.openxmlformats.org/drawingml/2006/main" l="3600" t="10747" r="34196" b="376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48675" y="-6437"/>
            <a:ext cx="701675" cy="688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D71A831-C7D9-4551-B688-20247426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672" y="6350327"/>
            <a:ext cx="102315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1</a:t>
            </a:r>
            <a:r>
              <a:rPr b="1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5</a:t>
            </a:r>
            <a:r>
              <a:rPr sz="1800" b="1" i="0" u="none" cap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/1</a:t>
            </a:r>
            <a:r>
              <a:rPr sz="1800" b="1" i="0" u="none" cap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9</a:t>
            </a:r>
          </a:p>
        </p:txBody>
      </p:sp>
      <p:graphicFrame>
        <p:nvGraphicFramePr>
          <p:cNvPr id="23" name="Таблица 18"/>
          <p:cNvGraphicFramePr/>
          <p:nvPr/>
        </p:nvGraphicFramePr>
        <p:xfrm>
          <a:off xmlns:a="http://schemas.openxmlformats.org/drawingml/2006/main" x="101989" y="1101399"/>
          <a:ext xmlns:a="http://schemas.openxmlformats.org/drawingml/2006/main" cx="8928264" cy="2478399"/>
        </p:xfrm>
        <a:graphic xmlns:a="http://schemas.openxmlformats.org/drawingml/2006/main"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189032"/>
                <a:gridCol w="4739232"/>
              </a:tblGrid>
              <a:tr h="1661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latin typeface="Verdana"/>
                          <a:ea typeface="Verdana"/>
                          <a:cs typeface="Verdana"/>
                        </a:rPr>
                        <a:t>Критерий</a:t>
                      </a:r>
                    </a:p>
                  </a:txBody>
                  <a:tcPr marL="63493" marR="63493" marT="9519" marB="0" anchor="ctr" horzOverflow="overflow"/>
                </a:tc>
                <a:tc>
                  <a:txBody>
                    <a:bodyPr/>
                    <a:lstStyle/>
                    <a:p>
                      <a:pPr marL="0" marR="0" indent="17463" algn="ctr" defTabSz="91440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1" u="none" cap="none">
                          <a:ln>
                            <a:noFill/>
                          </a:ln>
                          <a:latin typeface="Verdana"/>
                          <a:ea typeface="Verdana"/>
                          <a:cs typeface="Verdana"/>
                        </a:rPr>
                        <a:t>Пример значения</a:t>
                      </a:r>
                    </a:p>
                  </a:txBody>
                  <a:tcPr marL="63493" marR="63493" marT="9519" marB="0" anchor="ctr" horzOverflow="overflow"/>
                </a:tc>
              </a:tr>
              <a:tr h="159782">
                <a:tc>
                  <a:txBody>
                    <a:bodyPr/>
                    <a:lstStyle/>
                    <a:p>
                      <a:pPr marL="0" marR="0" indent="450215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</a:rPr>
                        <a:t>Семейство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</a:rPr>
                        <a:t>Пластинчатый</a:t>
                      </a:r>
                    </a:p>
                  </a:txBody>
                  <a:tcPr marL="68580" marR="68580" marT="0" marB="0"/>
                </a:tc>
              </a:tr>
              <a:tr h="159782">
                <a:tc>
                  <a:txBody>
                    <a:bodyPr/>
                    <a:lstStyle/>
                    <a:p>
                      <a:pPr marL="0" marR="0" indent="450215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</a:rPr>
                        <a:t>Производитель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</a:rPr>
                        <a:t>Alfa Laval</a:t>
                      </a:r>
                    </a:p>
                  </a:txBody>
                  <a:tcPr marL="68580" marR="68580" marT="0" marB="0"/>
                </a:tc>
              </a:tr>
              <a:tr h="159782"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</a:rPr>
                        <a:t>Применение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</a:rPr>
                        <a:t>Отопление</a:t>
                      </a:r>
                    </a:p>
                  </a:txBody>
                  <a:tcPr marL="68580" marR="68580" marT="0" marB="0"/>
                </a:tc>
              </a:tr>
              <a:tr h="178839"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</a:rPr>
                        <a:t>Материал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</a:rPr>
                        <a:t>Нержавеющая сталь</a:t>
                      </a:r>
                    </a:p>
                  </a:txBody>
                  <a:tcPr marL="68580" marR="68580" marT="0" marB="0"/>
                </a:tc>
              </a:tr>
              <a:tr h="159782"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</a:rPr>
                        <a:t>Давление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</a:rPr>
                        <a:t>Не менее 10 bar</a:t>
                      </a:r>
                    </a:p>
                  </a:txBody>
                  <a:tcPr marL="68580" marR="68580" marT="0" marB="0"/>
                </a:tc>
              </a:tr>
              <a:tr h="159782"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</a:rPr>
                        <a:t>Температура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</a:rPr>
                        <a:t>До 180 °C</a:t>
                      </a:r>
                    </a:p>
                  </a:txBody>
                  <a:tcPr marL="68580" marR="68580" marT="0" marB="0"/>
                </a:tc>
              </a:tr>
              <a:tr h="159782"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</a:rPr>
                        <a:t>Расход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</a:rPr>
                        <a:t>До 6 м³/ч</a:t>
                      </a:r>
                    </a:p>
                  </a:txBody>
                  <a:tcPr marL="68580" marR="68580" marT="0" marB="0"/>
                </a:tc>
              </a:tr>
              <a:tr h="159782"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</a:rPr>
                        <a:t>Результат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</a:rPr>
                        <a:t>Карточки с источниками и Excel-выгрузкой</a:t>
                      </a: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pic>
        <p:nvPicPr>
          <p:cNvPr id="24" name="Рисунок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6c16c949d642fe"/>
          <a:srcRect xmlns:a="http://schemas.openxmlformats.org/drawingml/2006/main" l="3094" t="0" r="30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8121" y="3451551"/>
            <a:ext cx="4267759" cy="2843262"/>
          </a:xfrm>
          <a:prstGeom xmlns:a="http://schemas.openxmlformats.org/drawingml/2006/main" prst="rect">
            <a:avLst/>
          </a:prstGeom>
        </p:spPr>
      </p:pic>
      <p:pic>
        <p:nvPicPr>
          <p:cNvPr id="25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7293f269b14746"/>
          <a:srcRect xmlns:a="http://schemas.openxmlformats.org/drawingml/2006/main" l="3094" t="0" r="30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08122" y="3446884"/>
            <a:ext cx="4267759" cy="284326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78550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198541C-1280-4AB2-BDBE-FA286BD2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568" y="-6437"/>
            <a:ext cx="7765107" cy="4111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0674" lnSpcReduction="20000"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/>
                <a:ea typeface="Verdana"/>
                <a:cs typeface="Verdana"/>
              </a:rPr>
              <a:t>Администрирование каталога</a:t>
            </a:r>
          </a:p>
        </p:txBody>
      </p:sp>
      <p:pic>
        <p:nvPicPr>
          <p:cNvPr id="16" name="Рисунок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f231fee6244a7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23875" cy="676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7889FE4-06D3-424A-9B9B-A86C5351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" y="6408738"/>
            <a:ext cx="7920038" cy="4048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</a:rPr>
              <a:t>ThermoSelect — информационно-поисковая система выбора теплообменников</a:t>
            </a:r>
          </a:p>
        </p:txBody>
      </p:sp>
      <p:pic>
        <p:nvPicPr>
          <p:cNvPr id="18" name="Picture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1925cb06544a7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0" y="3175"/>
            <a:ext cx="820738" cy="103981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9" name="Picture 1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df1fedd94e4d40"/>
          <a:srcRect xmlns:a="http://schemas.openxmlformats.org/drawingml/2006/main" l="3600" t="10747" r="34196" b="376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48675" y="-6437"/>
            <a:ext cx="701675" cy="688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D71A831-C7D9-4551-B688-20247426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672" y="6350327"/>
            <a:ext cx="102315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1</a:t>
            </a:r>
            <a:r>
              <a:rPr b="1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6</a:t>
            </a:r>
            <a:r>
              <a:rPr sz="1800" b="1" i="0" u="none" cap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/1</a:t>
            </a:r>
            <a:r>
              <a:rPr sz="1800" b="1" i="0" u="none" cap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9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A4C25C7-0AC2-6575-5615-F66EF470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8534" y="5733256"/>
            <a:ext cx="4575174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latin typeface="Verdana"/>
                <a:ea typeface="Verdana"/>
                <a:cs typeface="Verdana"/>
              </a:rPr>
              <a:t>Публикация, редактирование и архивирование записей</a:t>
            </a:r>
          </a:p>
        </p:txBody>
      </p:sp>
      <p:pic>
        <p:nvPicPr>
          <p:cNvPr id="22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7baae8bfd94075"/>
          <a:stretch xmlns:a="http://schemas.openxmlformats.org/drawingml/2006/main"/>
        </p:blipFill>
        <p:spPr>
          <a:xfrm xmlns:a="http://schemas.openxmlformats.org/drawingml/2006/main">
            <a:off x="832236" y="1114493"/>
            <a:ext cx="7335066" cy="458441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8813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259C684-65C0-46C2-BC84-C7CFE374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" y="6408738"/>
            <a:ext cx="7920038" cy="4048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</a:rPr>
              <a:t>ThermoSelect — информационно-поисковая система выбора теплообменников</a:t>
            </a:r>
          </a:p>
        </p:txBody>
      </p:sp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12C6544-F38A-4709-AC81-67451110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088" y="0"/>
            <a:ext cx="7777360" cy="8690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 lnSpcReduction="10000"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/>
                <a:ea typeface="Verdana"/>
                <a:cs typeface="Verdana"/>
              </a:rPr>
              <a:t>Тестирование и Excel-выгрузка</a:t>
            </a:r>
          </a:p>
        </p:txBody>
      </p:sp>
      <p:sp>
        <p:nvSpPr>
          <p:cNvPr id="5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5DD5871-C839-4B15-A0B7-638C3522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46" name="Picture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bb734dd81f457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0" y="3175"/>
            <a:ext cx="820738" cy="103981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7" name="Picture 1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713576ae734f74"/>
          <a:srcRect xmlns:a="http://schemas.openxmlformats.org/drawingml/2006/main" l="3600" t="10747" r="34196" b="376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48675" y="-6437"/>
            <a:ext cx="701675" cy="688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B945FB7A-DD30-438C-8873-115A8500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0393" y="6321464"/>
            <a:ext cx="102315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1</a:t>
            </a:r>
            <a:r>
              <a:rPr b="1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7</a:t>
            </a:r>
            <a:r>
              <a:rPr sz="1800" b="1" i="0" u="none" cap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/1</a:t>
            </a:r>
            <a:r>
              <a:rPr sz="1800" b="1" i="0" u="none" cap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9</a:t>
            </a:r>
          </a:p>
        </p:txBody>
      </p:sp>
      <p:graphicFrame>
        <p:nvGraphicFramePr>
          <p:cNvPr id="49" name="Таблица 5"/>
          <p:cNvGraphicFramePr/>
          <p:nvPr/>
        </p:nvGraphicFramePr>
        <p:xfrm>
          <a:off xmlns:a="http://schemas.openxmlformats.org/drawingml/2006/main" x="215106" y="1104966"/>
          <a:ext xmlns:a="http://schemas.openxmlformats.org/drawingml/2006/main" cx="8569325" cy="1381119"/>
        </p:xfrm>
        <a:graphic xmlns:a="http://schemas.openxmlformats.org/drawingml/2006/main"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020622"/>
                <a:gridCol w="4548703"/>
              </a:tblGrid>
              <a:tr h="2739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latin typeface="Verdana"/>
                          <a:ea typeface="Verdana"/>
                          <a:cs typeface="Verdana"/>
                        </a:rPr>
                        <a:t>Проверка</a:t>
                      </a:r>
                    </a:p>
                  </a:txBody>
                  <a:tcPr marL="63493" marR="63493" marT="9519" marB="0" anchor="ctr" horzOverflow="overflow"/>
                </a:tc>
                <a:tc>
                  <a:txBody>
                    <a:bodyPr/>
                    <a:lstStyle/>
                    <a:p>
                      <a:pPr marL="0" marR="0" indent="17463" algn="ctr" defTabSz="91440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1" u="none" cap="none">
                          <a:ln>
                            <a:noFill/>
                          </a:ln>
                          <a:latin typeface="Verdana"/>
                          <a:ea typeface="Verdana"/>
                          <a:cs typeface="Verdana"/>
                        </a:rPr>
                        <a:t>Результат</a:t>
                      </a:r>
                    </a:p>
                  </a:txBody>
                  <a:tcPr marL="63493" marR="63493" marT="9519" marB="0" anchor="ctr" horzOverflow="overflow"/>
                </a:tc>
              </a:tr>
              <a:tr h="878977">
                <a:tc>
                  <a:txBody>
                    <a:bodyPr/>
                    <a:lstStyle/>
                    <a:p>
                      <a:pPr marL="0" marR="0" indent="450215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</a:rPr>
                        <a:t>mvnw.cmd clean verify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sz="150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</a:rPr>
                        <a:t>Java + React tests и исполняемый JAR — успешно</a:t>
                      </a: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pic>
        <p:nvPicPr>
          <p:cNvPr id="50" name="Рисунок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d4913ade494197"/>
          <a:srcRect xmlns:a="http://schemas.openxmlformats.org/drawingml/2006/main" l="0" t="43390" r="0" b="433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2585" y="2648910"/>
            <a:ext cx="8898830" cy="735284"/>
          </a:xfrm>
          <a:prstGeom xmlns:a="http://schemas.openxmlformats.org/drawingml/2006/main" prst="rect">
            <a:avLst/>
          </a:prstGeom>
        </p:spPr>
      </p:pic>
      <p:pic>
        <p:nvPicPr>
          <p:cNvPr id="51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d06cb70fa34837"/>
          <a:srcRect xmlns:a="http://schemas.openxmlformats.org/drawingml/2006/main" l="0" t="41965" r="0" b="419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2585" y="3454131"/>
            <a:ext cx="8898830" cy="893769"/>
          </a:xfrm>
          <a:prstGeom xmlns:a="http://schemas.openxmlformats.org/drawingml/2006/main" prst="rect">
            <a:avLst/>
          </a:prstGeom>
        </p:spPr>
      </p:pic>
      <p:pic>
        <p:nvPicPr>
          <p:cNvPr id="52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e1424a33944d04"/>
          <a:srcRect xmlns:a="http://schemas.openxmlformats.org/drawingml/2006/main" l="0" t="39465" r="0" b="394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2585" y="4444919"/>
            <a:ext cx="8898830" cy="1171862"/>
          </a:xfrm>
          <a:prstGeom xmlns:a="http://schemas.openxmlformats.org/drawingml/2006/main" prst="rect">
            <a:avLst/>
          </a:prstGeom>
        </p:spPr>
      </p:pic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CA5FC29-7865-25F9-DCF8-C162741C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413" y="5568369"/>
            <a:ext cx="4575174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latin typeface="Verdana"/>
                <a:ea typeface="Verdana"/>
                <a:cs typeface="Verdana"/>
              </a:rPr>
              <a:t>Проверены Java API, роли, CSRF, фильтры, карточки, сравнение, CRUD и Excel-выгрузка</a:t>
            </a:r>
          </a:p>
        </p:txBody>
      </p:sp>
    </p:spTree>
    <p:extLst>
      <p:ext uri="{BB962C8B-B14F-4D97-AF65-F5344CB8AC3E}">
        <p14:creationId xmlns:p14="http://schemas.microsoft.com/office/powerpoint/2010/main" val="400916501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259C684-65C0-46C2-BC84-C7CFE374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" y="6408738"/>
            <a:ext cx="7920038" cy="4048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</a:rPr>
              <a:t>ThermoSelect — информационно-поисковая система выбора теплообменников</a:t>
            </a:r>
          </a:p>
        </p:txBody>
      </p:sp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12C6544-F38A-4709-AC81-67451110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2308" lnSpcReduction="10000"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/>
                <a:ea typeface="Verdana"/>
                <a:cs typeface="Verdana"/>
              </a:rPr>
              <a:t>Выводы по работе</a:t>
            </a:r>
          </a:p>
        </p:txBody>
      </p:sp>
      <p:sp>
        <p:nvSpPr>
          <p:cNvPr id="6149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F73172F-1B85-4BAF-9E6D-3662377D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84" y="2345883"/>
            <a:ext cx="7930355" cy="1831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pic>
        <p:nvPicPr>
          <p:cNvPr id="6156" name="Picture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aaa4d9b67942b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18633"/>
            <a:ext cx="601663" cy="762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5DD5871-C839-4B15-A0B7-638C3522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7A87961-D05C-4ECD-AF81-0A92C16B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4" y="978329"/>
            <a:ext cx="9101535" cy="46490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indent="450215">
              <a:lnSpc>
                <a:spcPct val="114000"/>
              </a:lnSpc>
              <a:spcAft>
                <a:spcPts val="800"/>
              </a:spcAft>
              <a:buNone/>
            </a:pPr>
            <a:r>
              <a:rPr>
                <a:latin typeface="Verdana"/>
                <a:ea typeface="Verdana"/>
                <a:cs typeface="Verdana"/>
              </a:rPr>
              <a:t>В результате практики:</a:t>
            </a:r>
          </a:p>
          <a:p xmlns:a="http://schemas.openxmlformats.org/drawingml/2006/main">
            <a:pPr indent="450215">
              <a:lnSpc>
                <a:spcPct val="114000"/>
              </a:lnSpc>
              <a:spcAft>
                <a:spcPts val="800"/>
              </a:spcAft>
              <a:buNone/>
            </a:pPr>
            <a:r>
              <a:rPr>
                <a:latin typeface="Verdana"/>
                <a:ea typeface="Verdana"/>
                <a:cs typeface="Verdana"/>
              </a:rPr>
              <a:t>1) разработана нормализованная модель каталога и загружено 50 аппаратов;</a:t>
            </a:r>
          </a:p>
          <a:p xmlns:a="http://schemas.openxmlformats.org/drawingml/2006/main">
            <a:pPr indent="450215">
              <a:lnSpc>
                <a:spcPct val="114000"/>
              </a:lnSpc>
              <a:buNone/>
            </a:pPr>
            <a:r>
              <a:rPr>
                <a:latin typeface="Verdana"/>
                <a:ea typeface="Verdana"/>
                <a:cs typeface="Verdana"/>
              </a:rPr>
              <a:t>2) реализованы регистрация, вход, каталог, фильтры, карточка, сравнение и Excel;</a:t>
            </a:r>
          </a:p>
          <a:p xmlns:a="http://schemas.openxmlformats.org/drawingml/2006/main">
            <a:pPr indent="450215">
              <a:lnSpc>
                <a:spcPct val="114000"/>
              </a:lnSpc>
              <a:buNone/>
            </a:pPr>
            <a:r>
              <a:rPr>
                <a:latin typeface="Verdana"/>
                <a:ea typeface="Verdana"/>
                <a:cs typeface="Verdana"/>
              </a:rPr>
              <a:t>3) создана админка со статусами и optimistic locking;</a:t>
            </a:r>
          </a:p>
          <a:p xmlns:a="http://schemas.openxmlformats.org/drawingml/2006/main">
            <a:pPr indent="450215">
              <a:lnSpc>
                <a:spcPct val="114000"/>
              </a:lnSpc>
              <a:buNone/>
            </a:pPr>
            <a:r>
              <a:rPr>
                <a:latin typeface="Verdana"/>
                <a:ea typeface="Verdana"/>
                <a:cs typeface="Verdana"/>
              </a:rPr>
              <a:t>4) обеспечены CSRF-защита, отзыв доступа и контроль ролей;</a:t>
            </a:r>
          </a:p>
          <a:p xmlns:a="http://schemas.openxmlformats.org/drawingml/2006/main">
            <a:pPr indent="450215">
              <a:lnSpc>
                <a:spcPct val="114000"/>
              </a:lnSpc>
              <a:buNone/>
            </a:pPr>
            <a:r>
              <a:rPr>
                <a:latin typeface="Verdana"/>
                <a:ea typeface="Verdana"/>
                <a:cs typeface="Verdana"/>
              </a:rPr>
              <a:t>5) Java- и React-тесты объединены с production-сборкой одного JAR.</a:t>
            </a:r>
          </a:p>
          <a:p xmlns:a="http://schemas.openxmlformats.org/drawingml/2006/main">
            <a:pPr indent="450215">
              <a:lnSpc>
                <a:spcPct val="114000"/>
              </a:lnSpc>
              <a:buNone/>
            </a:pPr>
            <a:r>
              <a:rPr>
                <a:latin typeface="Verdana"/>
                <a:ea typeface="Verdana"/>
                <a:cs typeface="Verdana"/>
              </a:rPr>
              <a:t/>
            </a:r>
          </a:p>
          <a:p xmlns:a="http://schemas.openxmlformats.org/drawingml/2006/main">
            <a:pPr indent="450215">
              <a:buNone/>
            </a:pPr>
            <a:r>
              <a:t>ThermoSelect сокращает первичный поиск, но не подменяет тепловой расчёт.</a:t>
            </a:r>
          </a:p>
        </p:txBody>
      </p:sp>
      <p:pic>
        <p:nvPicPr>
          <p:cNvPr id="6159" name="Picture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e8c0db8b0f464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0" y="3175"/>
            <a:ext cx="820738" cy="103981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160" name="Picture 1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8af1481cc949ef"/>
          <a:srcRect xmlns:a="http://schemas.openxmlformats.org/drawingml/2006/main" l="3600" t="10747" r="34196" b="376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48675" y="-6437"/>
            <a:ext cx="701675" cy="688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6D3C9D3-80F8-449F-81E0-CAC01690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0393" y="6321464"/>
            <a:ext cx="102315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1</a:t>
            </a:r>
            <a:r>
              <a:rPr b="1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8</a:t>
            </a:r>
            <a:r>
              <a:rPr sz="1800" b="1" i="0" u="none" cap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/1</a:t>
            </a:r>
            <a:r>
              <a:rPr sz="1800" b="1" i="0" u="none" cap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96912645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259C684-65C0-46C2-BC84-C7CFE374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" y="6408738"/>
            <a:ext cx="7920038" cy="4048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</a:rPr>
              <a:t>ThermoSelect — информационно-поисковая система выбора теплообменников</a:t>
            </a:r>
          </a:p>
        </p:txBody>
      </p:sp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12C6544-F38A-4709-AC81-67451110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772" y="2507537"/>
            <a:ext cx="8676456" cy="13407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4000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/>
                <a:ea typeface="Verdana"/>
                <a:cs typeface="Verdana"/>
              </a:rPr>
              <a:t>Спасибо за внимание!</a:t>
            </a:r>
          </a:p>
        </p:txBody>
      </p:sp>
      <p:sp>
        <p:nvSpPr>
          <p:cNvPr id="6149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F73172F-1B85-4BAF-9E6D-3662377D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84" y="2345883"/>
            <a:ext cx="7930355" cy="1831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5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5DD5871-C839-4B15-A0B7-638C3522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6156" name="Picture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6e557e82f94a8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0" y="3175"/>
            <a:ext cx="820738" cy="103981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157" name="Picture 1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32f446161a49ee"/>
          <a:srcRect xmlns:a="http://schemas.openxmlformats.org/drawingml/2006/main" l="3600" t="10747" r="34196" b="376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48675" y="-6437"/>
            <a:ext cx="701675" cy="688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BCE3ADA-3824-47FD-A353-09BCBB04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0393" y="6321464"/>
            <a:ext cx="102315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1</a:t>
            </a:r>
            <a:r>
              <a:rPr b="1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9</a:t>
            </a:r>
            <a:r>
              <a:rPr sz="1800" b="1" i="0" u="none" cap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/1</a:t>
            </a:r>
            <a:r>
              <a:rPr sz="1800" b="1" i="0" u="none" cap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868719616"/>
      </p:ext>
    </p:extLst>
  </p:cSld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2026-07-16T21:32:01.3620000Z</dcterms:created>
  <dcterms:modified xsi:type="dcterms:W3CDTF">2026-07-16T21:32:01.3620000Z</dcterms:modified>
</coreProperties>
</file>